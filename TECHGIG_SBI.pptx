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10"/>
  </p:notesMasterIdLst>
  <p:sldIdLst>
    <p:sldId id="256" r:id="rId3"/>
    <p:sldId id="257" r:id="rId4"/>
    <p:sldId id="258" r:id="rId5"/>
    <p:sldId id="260" r:id="rId6"/>
    <p:sldId id="261" r:id="rId7"/>
    <p:sldId id="263" r:id="rId8"/>
    <p:sldId id="264" r:id="rId9"/>
  </p:sldIdLst>
  <p:sldSz cx="12192000" cy="6858000"/>
  <p:notesSz cx="6858000" cy="9144000"/>
  <p:embeddedFontLst>
    <p:embeddedFont>
      <p:font typeface="Calibri" panose="020F0502020204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0q+yzGXkod+LpCiCEtX3xCkK6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2.fntdata"/><Relationship Id="rId25" Type="http://customschemas.google.com/relationships/presentationmetadata" Target="metadata"/><Relationship Id="rId2" Type="http://schemas.openxmlformats.org/officeDocument/2006/relationships/slideMaster" Target="slideMasters/slideMaster2.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28"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756000" y="5145120"/>
            <a:ext cx="6043320" cy="42051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solidFill>
                <a:srgbClr val="000000"/>
              </a:solidFill>
              <a:latin typeface="Arial"/>
              <a:ea typeface="Arial"/>
              <a:cs typeface="Arial"/>
              <a:sym typeface="Arial"/>
            </a:endParaRPr>
          </a:p>
        </p:txBody>
      </p:sp>
      <p:sp>
        <p:nvSpPr>
          <p:cNvPr id="136" name="Google Shape;136;p1:notes"/>
          <p:cNvSpPr/>
          <p:nvPr/>
        </p:nvSpPr>
        <p:spPr>
          <a:xfrm>
            <a:off x="4282200" y="10155240"/>
            <a:ext cx="3271320" cy="53172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
        <p:cNvGrpSpPr/>
        <p:nvPr/>
      </p:nvGrpSpPr>
      <p:grpSpPr>
        <a:xfrm>
          <a:off x="0" y="0"/>
          <a:ext cx="0" cy="0"/>
          <a:chOff x="0" y="0"/>
          <a:chExt cx="0" cy="0"/>
        </a:xfrm>
      </p:grpSpPr>
      <p:sp>
        <p:nvSpPr>
          <p:cNvPr id="15" name="Google Shape;15;p14"/>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ubTitle" idx="1"/>
          </p:nvPr>
        </p:nvSpPr>
        <p:spPr>
          <a:xfrm>
            <a:off x="609562" y="1604514"/>
            <a:ext cx="10972120" cy="3977158"/>
          </a:xfrm>
          <a:prstGeom prst="rect">
            <a:avLst/>
          </a:prstGeom>
          <a:noFill/>
          <a:ln>
            <a:noFill/>
          </a:ln>
        </p:spPr>
        <p:txBody>
          <a:bodyPr spcFirstLastPara="1" wrap="square" lIns="0" tIns="0" rIns="0" bIns="0" anchor="ctr" anchorCtr="0">
            <a:noAutofit/>
          </a:bodyPr>
          <a:lstStyle>
            <a:lvl1pPr lvl="0" algn="l">
              <a:lnSpc>
                <a:spcPct val="90000"/>
              </a:lnSpc>
              <a:spcBef>
                <a:spcPts val="907"/>
              </a:spcBef>
              <a:spcAft>
                <a:spcPts val="0"/>
              </a:spcAft>
              <a:buSzPts val="810"/>
              <a:buChar char="●"/>
              <a:defRPr/>
            </a:lvl1pPr>
            <a:lvl2pPr lvl="1" algn="l">
              <a:lnSpc>
                <a:spcPct val="90000"/>
              </a:lnSpc>
              <a:spcBef>
                <a:spcPts val="454"/>
              </a:spcBef>
              <a:spcAft>
                <a:spcPts val="0"/>
              </a:spcAft>
              <a:buClr>
                <a:schemeClr val="dk1"/>
              </a:buClr>
              <a:buSzPts val="1800"/>
              <a:buChar char="•"/>
              <a:defRPr/>
            </a:lvl2pPr>
            <a:lvl3pPr lvl="2" algn="l">
              <a:lnSpc>
                <a:spcPct val="90000"/>
              </a:lnSpc>
              <a:spcBef>
                <a:spcPts val="454"/>
              </a:spcBef>
              <a:spcAft>
                <a:spcPts val="0"/>
              </a:spcAft>
              <a:buClr>
                <a:schemeClr val="dk1"/>
              </a:buClr>
              <a:buSzPts val="1800"/>
              <a:buChar char="•"/>
              <a:defRPr/>
            </a:lvl3pPr>
            <a:lvl4pPr lvl="3" algn="l">
              <a:lnSpc>
                <a:spcPct val="90000"/>
              </a:lnSpc>
              <a:spcBef>
                <a:spcPts val="454"/>
              </a:spcBef>
              <a:spcAft>
                <a:spcPts val="0"/>
              </a:spcAft>
              <a:buClr>
                <a:schemeClr val="dk1"/>
              </a:buClr>
              <a:buSzPts val="1800"/>
              <a:buChar char="•"/>
              <a:defRPr/>
            </a:lvl4pPr>
            <a:lvl5pPr lvl="4" algn="l">
              <a:lnSpc>
                <a:spcPct val="90000"/>
              </a:lnSpc>
              <a:spcBef>
                <a:spcPts val="454"/>
              </a:spcBef>
              <a:spcAft>
                <a:spcPts val="0"/>
              </a:spcAft>
              <a:buClr>
                <a:schemeClr val="dk1"/>
              </a:buClr>
              <a:buSzPts val="1800"/>
              <a:buChar char="•"/>
              <a:defRPr/>
            </a:lvl5pPr>
            <a:lvl6pPr lvl="5" algn="l">
              <a:lnSpc>
                <a:spcPct val="90000"/>
              </a:lnSpc>
              <a:spcBef>
                <a:spcPts val="454"/>
              </a:spcBef>
              <a:spcAft>
                <a:spcPts val="0"/>
              </a:spcAft>
              <a:buClr>
                <a:schemeClr val="dk1"/>
              </a:buClr>
              <a:buSzPts val="1800"/>
              <a:buChar char="•"/>
              <a:defRPr/>
            </a:lvl6pPr>
            <a:lvl7pPr lvl="6" algn="l">
              <a:lnSpc>
                <a:spcPct val="90000"/>
              </a:lnSpc>
              <a:spcBef>
                <a:spcPts val="454"/>
              </a:spcBef>
              <a:spcAft>
                <a:spcPts val="0"/>
              </a:spcAft>
              <a:buClr>
                <a:schemeClr val="dk1"/>
              </a:buClr>
              <a:buSzPts val="1800"/>
              <a:buChar char="•"/>
              <a:defRPr/>
            </a:lvl7pPr>
            <a:lvl8pPr lvl="7" algn="l">
              <a:lnSpc>
                <a:spcPct val="90000"/>
              </a:lnSpc>
              <a:spcBef>
                <a:spcPts val="454"/>
              </a:spcBef>
              <a:spcAft>
                <a:spcPts val="0"/>
              </a:spcAft>
              <a:buClr>
                <a:schemeClr val="dk1"/>
              </a:buClr>
              <a:buSzPts val="1800"/>
              <a:buChar char="•"/>
              <a:defRPr/>
            </a:lvl8pPr>
            <a:lvl9pPr lvl="8"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body" idx="1"/>
          </p:nvPr>
        </p:nvSpPr>
        <p:spPr>
          <a:xfrm>
            <a:off x="609562"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23" name="Google Shape;23;p16"/>
          <p:cNvSpPr txBox="1">
            <a:spLocks noGrp="1"/>
          </p:cNvSpPr>
          <p:nvPr>
            <p:ph type="body" idx="2"/>
          </p:nvPr>
        </p:nvSpPr>
        <p:spPr>
          <a:xfrm>
            <a:off x="6231903"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6"/>
        <p:cNvGrpSpPr/>
        <p:nvPr/>
      </p:nvGrpSpPr>
      <p:grpSpPr>
        <a:xfrm>
          <a:off x="0" y="0"/>
          <a:ext cx="0" cy="0"/>
          <a:chOff x="0" y="0"/>
          <a:chExt cx="0" cy="0"/>
        </a:xfrm>
      </p:grpSpPr>
      <p:sp>
        <p:nvSpPr>
          <p:cNvPr id="27" name="Google Shape;27;p18"/>
          <p:cNvSpPr txBox="1">
            <a:spLocks noGrp="1"/>
          </p:cNvSpPr>
          <p:nvPr>
            <p:ph type="subTitle" idx="1"/>
          </p:nvPr>
        </p:nvSpPr>
        <p:spPr>
          <a:xfrm>
            <a:off x="609562" y="273352"/>
            <a:ext cx="10972120" cy="5307340"/>
          </a:xfrm>
          <a:prstGeom prst="rect">
            <a:avLst/>
          </a:prstGeom>
          <a:noFill/>
          <a:ln>
            <a:noFill/>
          </a:ln>
        </p:spPr>
        <p:txBody>
          <a:bodyPr spcFirstLastPara="1" wrap="square" lIns="0" tIns="0" rIns="0" bIns="0" anchor="ctr" anchorCtr="0">
            <a:noAutofit/>
          </a:bodyPr>
          <a:lstStyle>
            <a:lvl1pPr lvl="0" algn="l">
              <a:lnSpc>
                <a:spcPct val="90000"/>
              </a:lnSpc>
              <a:spcBef>
                <a:spcPts val="907"/>
              </a:spcBef>
              <a:spcAft>
                <a:spcPts val="0"/>
              </a:spcAft>
              <a:buSzPts val="810"/>
              <a:buChar char="●"/>
              <a:defRPr/>
            </a:lvl1pPr>
            <a:lvl2pPr lvl="1" algn="l">
              <a:lnSpc>
                <a:spcPct val="90000"/>
              </a:lnSpc>
              <a:spcBef>
                <a:spcPts val="454"/>
              </a:spcBef>
              <a:spcAft>
                <a:spcPts val="0"/>
              </a:spcAft>
              <a:buClr>
                <a:schemeClr val="dk1"/>
              </a:buClr>
              <a:buSzPts val="1800"/>
              <a:buChar char="•"/>
              <a:defRPr/>
            </a:lvl2pPr>
            <a:lvl3pPr lvl="2" algn="l">
              <a:lnSpc>
                <a:spcPct val="90000"/>
              </a:lnSpc>
              <a:spcBef>
                <a:spcPts val="454"/>
              </a:spcBef>
              <a:spcAft>
                <a:spcPts val="0"/>
              </a:spcAft>
              <a:buClr>
                <a:schemeClr val="dk1"/>
              </a:buClr>
              <a:buSzPts val="1800"/>
              <a:buChar char="•"/>
              <a:defRPr/>
            </a:lvl3pPr>
            <a:lvl4pPr lvl="3" algn="l">
              <a:lnSpc>
                <a:spcPct val="90000"/>
              </a:lnSpc>
              <a:spcBef>
                <a:spcPts val="454"/>
              </a:spcBef>
              <a:spcAft>
                <a:spcPts val="0"/>
              </a:spcAft>
              <a:buClr>
                <a:schemeClr val="dk1"/>
              </a:buClr>
              <a:buSzPts val="1800"/>
              <a:buChar char="•"/>
              <a:defRPr/>
            </a:lvl4pPr>
            <a:lvl5pPr lvl="4" algn="l">
              <a:lnSpc>
                <a:spcPct val="90000"/>
              </a:lnSpc>
              <a:spcBef>
                <a:spcPts val="454"/>
              </a:spcBef>
              <a:spcAft>
                <a:spcPts val="0"/>
              </a:spcAft>
              <a:buClr>
                <a:schemeClr val="dk1"/>
              </a:buClr>
              <a:buSzPts val="1800"/>
              <a:buChar char="•"/>
              <a:defRPr/>
            </a:lvl5pPr>
            <a:lvl6pPr lvl="5" algn="l">
              <a:lnSpc>
                <a:spcPct val="90000"/>
              </a:lnSpc>
              <a:spcBef>
                <a:spcPts val="454"/>
              </a:spcBef>
              <a:spcAft>
                <a:spcPts val="0"/>
              </a:spcAft>
              <a:buClr>
                <a:schemeClr val="dk1"/>
              </a:buClr>
              <a:buSzPts val="1800"/>
              <a:buChar char="•"/>
              <a:defRPr/>
            </a:lvl6pPr>
            <a:lvl7pPr lvl="6" algn="l">
              <a:lnSpc>
                <a:spcPct val="90000"/>
              </a:lnSpc>
              <a:spcBef>
                <a:spcPts val="454"/>
              </a:spcBef>
              <a:spcAft>
                <a:spcPts val="0"/>
              </a:spcAft>
              <a:buClr>
                <a:schemeClr val="dk1"/>
              </a:buClr>
              <a:buSzPts val="1800"/>
              <a:buChar char="•"/>
              <a:defRPr/>
            </a:lvl7pPr>
            <a:lvl8pPr lvl="7" algn="l">
              <a:lnSpc>
                <a:spcPct val="90000"/>
              </a:lnSpc>
              <a:spcBef>
                <a:spcPts val="454"/>
              </a:spcBef>
              <a:spcAft>
                <a:spcPts val="0"/>
              </a:spcAft>
              <a:buClr>
                <a:schemeClr val="dk1"/>
              </a:buClr>
              <a:buSzPts val="1800"/>
              <a:buChar char="•"/>
              <a:defRPr/>
            </a:lvl8pPr>
            <a:lvl9pPr lvl="8"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1" name="Google Shape;31;p19"/>
          <p:cNvSpPr txBox="1">
            <a:spLocks noGrp="1"/>
          </p:cNvSpPr>
          <p:nvPr>
            <p:ph type="body" idx="2"/>
          </p:nvPr>
        </p:nvSpPr>
        <p:spPr>
          <a:xfrm>
            <a:off x="609562"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2" name="Google Shape;32;p19"/>
          <p:cNvSpPr txBox="1">
            <a:spLocks noGrp="1"/>
          </p:cNvSpPr>
          <p:nvPr>
            <p:ph type="body" idx="3"/>
          </p:nvPr>
        </p:nvSpPr>
        <p:spPr>
          <a:xfrm>
            <a:off x="6231903"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609562" y="1604514"/>
            <a:ext cx="5354133"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37" name="Google Shape;37;p20"/>
          <p:cNvSpPr txBox="1">
            <a:spLocks noGrp="1"/>
          </p:cNvSpPr>
          <p:nvPr>
            <p:ph type="body" idx="3"/>
          </p:nvPr>
        </p:nvSpPr>
        <p:spPr>
          <a:xfrm>
            <a:off x="6231903"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8"/>
        <p:cNvGrpSpPr/>
        <p:nvPr/>
      </p:nvGrpSpPr>
      <p:grpSpPr>
        <a:xfrm>
          <a:off x="0" y="0"/>
          <a:ext cx="0" cy="0"/>
          <a:chOff x="0" y="0"/>
          <a:chExt cx="0" cy="0"/>
        </a:xfrm>
      </p:grpSpPr>
      <p:sp>
        <p:nvSpPr>
          <p:cNvPr id="39" name="Google Shape;39;p21"/>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1" name="Google Shape;41;p21"/>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2" name="Google Shape;42;p21"/>
          <p:cNvSpPr txBox="1">
            <a:spLocks noGrp="1"/>
          </p:cNvSpPr>
          <p:nvPr>
            <p:ph type="body" idx="3"/>
          </p:nvPr>
        </p:nvSpPr>
        <p:spPr>
          <a:xfrm>
            <a:off x="609562" y="368192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3"/>
        <p:cNvGrpSpPr/>
        <p:nvPr/>
      </p:nvGrpSpPr>
      <p:grpSpPr>
        <a:xfrm>
          <a:off x="0" y="0"/>
          <a:ext cx="0" cy="0"/>
          <a:chOff x="0" y="0"/>
          <a:chExt cx="0" cy="0"/>
        </a:xfrm>
      </p:grpSpPr>
      <p:sp>
        <p:nvSpPr>
          <p:cNvPr id="44" name="Google Shape;44;p22"/>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2"/>
          <p:cNvSpPr txBox="1">
            <a:spLocks noGrp="1"/>
          </p:cNvSpPr>
          <p:nvPr>
            <p:ph type="body" idx="1"/>
          </p:nvPr>
        </p:nvSpPr>
        <p:spPr>
          <a:xfrm>
            <a:off x="609562" y="160451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46" name="Google Shape;46;p22"/>
          <p:cNvSpPr txBox="1">
            <a:spLocks noGrp="1"/>
          </p:cNvSpPr>
          <p:nvPr>
            <p:ph type="body" idx="2"/>
          </p:nvPr>
        </p:nvSpPr>
        <p:spPr>
          <a:xfrm>
            <a:off x="609562" y="3681925"/>
            <a:ext cx="10972120"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7"/>
        <p:cNvGrpSpPr/>
        <p:nvPr/>
      </p:nvGrpSpPr>
      <p:grpSpPr>
        <a:xfrm>
          <a:off x="0" y="0"/>
          <a:ext cx="0" cy="0"/>
          <a:chOff x="0" y="0"/>
          <a:chExt cx="0" cy="0"/>
        </a:xfrm>
      </p:grpSpPr>
      <p:sp>
        <p:nvSpPr>
          <p:cNvPr id="48" name="Google Shape;48;p23"/>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body" idx="1"/>
          </p:nvPr>
        </p:nvSpPr>
        <p:spPr>
          <a:xfrm>
            <a:off x="609562"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0" name="Google Shape;50;p23"/>
          <p:cNvSpPr txBox="1">
            <a:spLocks noGrp="1"/>
          </p:cNvSpPr>
          <p:nvPr>
            <p:ph type="body" idx="2"/>
          </p:nvPr>
        </p:nvSpPr>
        <p:spPr>
          <a:xfrm>
            <a:off x="6231903" y="160451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1" name="Google Shape;51;p23"/>
          <p:cNvSpPr txBox="1">
            <a:spLocks noGrp="1"/>
          </p:cNvSpPr>
          <p:nvPr>
            <p:ph type="body" idx="3"/>
          </p:nvPr>
        </p:nvSpPr>
        <p:spPr>
          <a:xfrm>
            <a:off x="6231903"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2" name="Google Shape;52;p23"/>
          <p:cNvSpPr txBox="1">
            <a:spLocks noGrp="1"/>
          </p:cNvSpPr>
          <p:nvPr>
            <p:ph type="body" idx="4"/>
          </p:nvPr>
        </p:nvSpPr>
        <p:spPr>
          <a:xfrm>
            <a:off x="609562" y="3681925"/>
            <a:ext cx="5354133" cy="189680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4"/>
          <p:cNvSpPr txBox="1">
            <a:spLocks noGrp="1"/>
          </p:cNvSpPr>
          <p:nvPr>
            <p:ph type="body" idx="1"/>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sp>
        <p:nvSpPr>
          <p:cNvPr id="56" name="Google Shape;56;p24"/>
          <p:cNvSpPr txBox="1">
            <a:spLocks noGrp="1"/>
          </p:cNvSpPr>
          <p:nvPr>
            <p:ph type="body" idx="2"/>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lvl="0" indent="-280035" algn="l">
              <a:lnSpc>
                <a:spcPct val="90000"/>
              </a:lnSpc>
              <a:spcBef>
                <a:spcPts val="907"/>
              </a:spcBef>
              <a:spcAft>
                <a:spcPts val="0"/>
              </a:spcAft>
              <a:buSzPts val="810"/>
              <a:buChar char="●"/>
              <a:defRPr/>
            </a:lvl1pPr>
            <a:lvl2pPr marL="914400" lvl="1" indent="-342900" algn="l">
              <a:lnSpc>
                <a:spcPct val="90000"/>
              </a:lnSpc>
              <a:spcBef>
                <a:spcPts val="454"/>
              </a:spcBef>
              <a:spcAft>
                <a:spcPts val="0"/>
              </a:spcAft>
              <a:buClr>
                <a:schemeClr val="dk1"/>
              </a:buClr>
              <a:buSzPts val="1800"/>
              <a:buChar char="•"/>
              <a:defRPr/>
            </a:lvl2pPr>
            <a:lvl3pPr marL="1371600" lvl="2" indent="-342900" algn="l">
              <a:lnSpc>
                <a:spcPct val="90000"/>
              </a:lnSpc>
              <a:spcBef>
                <a:spcPts val="454"/>
              </a:spcBef>
              <a:spcAft>
                <a:spcPts val="0"/>
              </a:spcAft>
              <a:buClr>
                <a:schemeClr val="dk1"/>
              </a:buClr>
              <a:buSzPts val="1800"/>
              <a:buChar char="•"/>
              <a:defRPr/>
            </a:lvl3pPr>
            <a:lvl4pPr marL="1828800" lvl="3" indent="-342900" algn="l">
              <a:lnSpc>
                <a:spcPct val="90000"/>
              </a:lnSpc>
              <a:spcBef>
                <a:spcPts val="454"/>
              </a:spcBef>
              <a:spcAft>
                <a:spcPts val="0"/>
              </a:spcAft>
              <a:buClr>
                <a:schemeClr val="dk1"/>
              </a:buClr>
              <a:buSzPts val="1800"/>
              <a:buChar char="•"/>
              <a:defRPr/>
            </a:lvl4pPr>
            <a:lvl5pPr marL="2286000" lvl="4" indent="-342900" algn="l">
              <a:lnSpc>
                <a:spcPct val="90000"/>
              </a:lnSpc>
              <a:spcBef>
                <a:spcPts val="454"/>
              </a:spcBef>
              <a:spcAft>
                <a:spcPts val="0"/>
              </a:spcAft>
              <a:buClr>
                <a:schemeClr val="dk1"/>
              </a:buClr>
              <a:buSzPts val="1800"/>
              <a:buChar char="•"/>
              <a:defRPr/>
            </a:lvl5pPr>
            <a:lvl6pPr marL="2743200" lvl="5" indent="-342900" algn="l">
              <a:lnSpc>
                <a:spcPct val="90000"/>
              </a:lnSpc>
              <a:spcBef>
                <a:spcPts val="454"/>
              </a:spcBef>
              <a:spcAft>
                <a:spcPts val="0"/>
              </a:spcAft>
              <a:buClr>
                <a:schemeClr val="dk1"/>
              </a:buClr>
              <a:buSzPts val="1800"/>
              <a:buChar char="•"/>
              <a:defRPr/>
            </a:lvl6pPr>
            <a:lvl7pPr marL="3200400" lvl="6" indent="-342900" algn="l">
              <a:lnSpc>
                <a:spcPct val="90000"/>
              </a:lnSpc>
              <a:spcBef>
                <a:spcPts val="454"/>
              </a:spcBef>
              <a:spcAft>
                <a:spcPts val="0"/>
              </a:spcAft>
              <a:buClr>
                <a:schemeClr val="dk1"/>
              </a:buClr>
              <a:buSzPts val="1800"/>
              <a:buChar char="•"/>
              <a:defRPr/>
            </a:lvl7pPr>
            <a:lvl8pPr marL="3657600" lvl="7" indent="-342900" algn="l">
              <a:lnSpc>
                <a:spcPct val="90000"/>
              </a:lnSpc>
              <a:spcBef>
                <a:spcPts val="454"/>
              </a:spcBef>
              <a:spcAft>
                <a:spcPts val="0"/>
              </a:spcAft>
              <a:buClr>
                <a:schemeClr val="dk1"/>
              </a:buClr>
              <a:buSzPts val="1800"/>
              <a:buChar char="•"/>
              <a:defRPr/>
            </a:lvl8pPr>
            <a:lvl9pPr marL="4114800" lvl="8" indent="-342900" algn="l">
              <a:lnSpc>
                <a:spcPct val="90000"/>
              </a:lnSpc>
              <a:spcBef>
                <a:spcPts val="454"/>
              </a:spcBef>
              <a:spcAft>
                <a:spcPts val="0"/>
              </a:spcAft>
              <a:buClr>
                <a:schemeClr val="dk1"/>
              </a:buClr>
              <a:buSzPts val="1800"/>
              <a:buChar char="•"/>
              <a:defRPr/>
            </a:lvl9pPr>
          </a:lstStyle>
          <a:p>
            <a:endParaRPr/>
          </a:p>
        </p:txBody>
      </p:sp>
      <p:pic>
        <p:nvPicPr>
          <p:cNvPr id="57" name="Google Shape;57;p24"/>
          <p:cNvPicPr preferRelativeResize="0"/>
          <p:nvPr/>
        </p:nvPicPr>
        <p:blipFill rotWithShape="1">
          <a:blip r:embed="rId2">
            <a:alphaModFix/>
          </a:blip>
          <a:srcRect/>
          <a:stretch/>
        </p:blipFill>
        <p:spPr>
          <a:xfrm>
            <a:off x="2772637" y="1604514"/>
            <a:ext cx="6645534" cy="3977158"/>
          </a:xfrm>
          <a:prstGeom prst="rect">
            <a:avLst/>
          </a:prstGeom>
          <a:noFill/>
          <a:ln>
            <a:noFill/>
          </a:ln>
        </p:spPr>
      </p:pic>
      <p:pic>
        <p:nvPicPr>
          <p:cNvPr id="58" name="Google Shape;58;p24"/>
          <p:cNvPicPr preferRelativeResize="0"/>
          <p:nvPr/>
        </p:nvPicPr>
        <p:blipFill rotWithShape="1">
          <a:blip r:embed="rId2">
            <a:alphaModFix/>
          </a:blip>
          <a:srcRect/>
          <a:stretch/>
        </p:blipFill>
        <p:spPr>
          <a:xfrm>
            <a:off x="2772637" y="1604514"/>
            <a:ext cx="6645534" cy="397715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9"/>
        <p:cNvGrpSpPr/>
        <p:nvPr/>
      </p:nvGrpSpPr>
      <p:grpSpPr>
        <a:xfrm>
          <a:off x="0" y="0"/>
          <a:ext cx="0" cy="0"/>
          <a:chOff x="0" y="0"/>
          <a:chExt cx="0" cy="0"/>
        </a:xfrm>
      </p:grpSpPr>
      <p:sp>
        <p:nvSpPr>
          <p:cNvPr id="70" name="Google Shape;70;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2" name="Google Shape;7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4" name="Google Shape;8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7"/>
        <p:cNvGrpSpPr/>
        <p:nvPr/>
      </p:nvGrpSpPr>
      <p:grpSpPr>
        <a:xfrm>
          <a:off x="0" y="0"/>
          <a:ext cx="0" cy="0"/>
          <a:chOff x="0" y="0"/>
          <a:chExt cx="0" cy="0"/>
        </a:xfrm>
      </p:grpSpPr>
      <p:sp>
        <p:nvSpPr>
          <p:cNvPr id="88" name="Google Shape;8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4"/>
        <p:cNvGrpSpPr/>
        <p:nvPr/>
      </p:nvGrpSpPr>
      <p:grpSpPr>
        <a:xfrm>
          <a:off x="0" y="0"/>
          <a:ext cx="0" cy="0"/>
          <a:chOff x="0" y="0"/>
          <a:chExt cx="0" cy="0"/>
        </a:xfrm>
      </p:grpSpPr>
      <p:sp>
        <p:nvSpPr>
          <p:cNvPr id="95" name="Google Shape;95;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7" name="Google Shape;97;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3"/>
        <p:cNvGrpSpPr/>
        <p:nvPr/>
      </p:nvGrpSpPr>
      <p:grpSpPr>
        <a:xfrm>
          <a:off x="0" y="0"/>
          <a:ext cx="0" cy="0"/>
          <a:chOff x="0" y="0"/>
          <a:chExt cx="0" cy="0"/>
        </a:xfrm>
      </p:grpSpPr>
      <p:sp>
        <p:nvSpPr>
          <p:cNvPr id="104" name="Google Shape;10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8"/>
        <p:cNvGrpSpPr/>
        <p:nvPr/>
      </p:nvGrpSpPr>
      <p:grpSpPr>
        <a:xfrm>
          <a:off x="0" y="0"/>
          <a:ext cx="0" cy="0"/>
          <a:chOff x="0" y="0"/>
          <a:chExt cx="0" cy="0"/>
        </a:xfrm>
      </p:grpSpPr>
      <p:sp>
        <p:nvSpPr>
          <p:cNvPr id="109" name="Google Shape;109;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1" name="Google Shape;111;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2" name="Google Shape;11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32"/>
          <p:cNvSpPr>
            <a:spLocks noGrp="1"/>
          </p:cNvSpPr>
          <p:nvPr>
            <p:ph type="pic" idx="2"/>
          </p:nvPr>
        </p:nvSpPr>
        <p:spPr>
          <a:xfrm>
            <a:off x="5183188" y="987425"/>
            <a:ext cx="6172200" cy="4873625"/>
          </a:xfrm>
          <a:prstGeom prst="rect">
            <a:avLst/>
          </a:prstGeom>
          <a:noFill/>
          <a:ln>
            <a:noFill/>
          </a:ln>
        </p:spPr>
      </p:sp>
      <p:sp>
        <p:nvSpPr>
          <p:cNvPr id="118" name="Google Shape;118;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9" name="Google Shape;11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
        <p:cNvGrpSpPr/>
        <p:nvPr/>
      </p:nvGrpSpPr>
      <p:grpSpPr>
        <a:xfrm>
          <a:off x="0" y="0"/>
          <a:ext cx="0" cy="0"/>
          <a:chOff x="0" y="0"/>
          <a:chExt cx="0" cy="0"/>
        </a:xfrm>
      </p:grpSpPr>
      <p:sp>
        <p:nvSpPr>
          <p:cNvPr id="123" name="Google Shape;12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8"/>
        <p:cNvGrpSpPr/>
        <p:nvPr/>
      </p:nvGrpSpPr>
      <p:grpSpPr>
        <a:xfrm>
          <a:off x="0" y="0"/>
          <a:ext cx="0" cy="0"/>
          <a:chOff x="0" y="0"/>
          <a:chExt cx="0" cy="0"/>
        </a:xfrm>
      </p:grpSpPr>
      <p:sp>
        <p:nvSpPr>
          <p:cNvPr id="129" name="Google Shape;12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14">
            <a:alphaModFix/>
          </a:blip>
          <a:srcRect/>
          <a:stretch/>
        </p:blipFill>
        <p:spPr>
          <a:xfrm>
            <a:off x="435" y="0"/>
            <a:ext cx="12186455" cy="6853723"/>
          </a:xfrm>
          <a:prstGeom prst="rect">
            <a:avLst/>
          </a:prstGeom>
          <a:noFill/>
          <a:ln>
            <a:noFill/>
          </a:ln>
        </p:spPr>
      </p:pic>
      <p:sp>
        <p:nvSpPr>
          <p:cNvPr id="11" name="Google Shape;11;p10"/>
          <p:cNvSpPr txBox="1">
            <a:spLocks noGrp="1"/>
          </p:cNvSpPr>
          <p:nvPr>
            <p:ph type="title"/>
          </p:nvPr>
        </p:nvSpPr>
        <p:spPr>
          <a:xfrm>
            <a:off x="609562" y="273352"/>
            <a:ext cx="10972120" cy="1144682"/>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3992"/>
              <a:buFont typeface="Arial"/>
              <a:buNone/>
              <a:defRPr sz="3991"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0"/>
          <p:cNvSpPr txBox="1">
            <a:spLocks noGrp="1"/>
          </p:cNvSpPr>
          <p:nvPr>
            <p:ph type="body" idx="1"/>
          </p:nvPr>
        </p:nvSpPr>
        <p:spPr>
          <a:xfrm>
            <a:off x="609562" y="1604514"/>
            <a:ext cx="10972120" cy="3977158"/>
          </a:xfrm>
          <a:prstGeom prst="rect">
            <a:avLst/>
          </a:prstGeom>
          <a:noFill/>
          <a:ln>
            <a:noFill/>
          </a:ln>
        </p:spPr>
        <p:txBody>
          <a:bodyPr spcFirstLastPara="1" wrap="square" lIns="0" tIns="0" rIns="0" bIns="0" anchor="t" anchorCtr="0">
            <a:noAutofit/>
          </a:bodyPr>
          <a:lstStyle>
            <a:lvl1pPr marL="457200" marR="0" lvl="0" indent="-301180" algn="l" rtl="0">
              <a:lnSpc>
                <a:spcPct val="90000"/>
              </a:lnSpc>
              <a:spcBef>
                <a:spcPts val="907"/>
              </a:spcBef>
              <a:spcAft>
                <a:spcPts val="0"/>
              </a:spcAft>
              <a:buClr>
                <a:srgbClr val="000000"/>
              </a:buClr>
              <a:buSzPts val="1143"/>
              <a:buFont typeface="Noto Sans Symbols"/>
              <a:buChar char="●"/>
              <a:defRPr sz="2540" b="0" i="0" u="none" strike="noStrike" cap="none">
                <a:solidFill>
                  <a:schemeClr val="dk1"/>
                </a:solidFill>
                <a:latin typeface="Arial"/>
                <a:ea typeface="Arial"/>
                <a:cs typeface="Arial"/>
                <a:sym typeface="Arial"/>
              </a:defRPr>
            </a:lvl1pPr>
            <a:lvl2pPr marL="914400" marR="0" lvl="1" indent="-366839" algn="l" rtl="0">
              <a:lnSpc>
                <a:spcPct val="90000"/>
              </a:lnSpc>
              <a:spcBef>
                <a:spcPts val="454"/>
              </a:spcBef>
              <a:spcAft>
                <a:spcPts val="0"/>
              </a:spcAft>
              <a:buClr>
                <a:schemeClr val="dk1"/>
              </a:buClr>
              <a:buSzPts val="2177"/>
              <a:buFont typeface="Arial"/>
              <a:buChar char="•"/>
              <a:defRPr sz="2177" b="0" i="0" u="none" strike="noStrike" cap="none">
                <a:solidFill>
                  <a:schemeClr val="dk1"/>
                </a:solidFill>
                <a:latin typeface="Arial"/>
                <a:ea typeface="Arial"/>
                <a:cs typeface="Arial"/>
                <a:sym typeface="Arial"/>
              </a:defRPr>
            </a:lvl2pPr>
            <a:lvl3pPr marL="1371600" marR="0" lvl="2" indent="-343789" algn="l" rtl="0">
              <a:lnSpc>
                <a:spcPct val="90000"/>
              </a:lnSpc>
              <a:spcBef>
                <a:spcPts val="454"/>
              </a:spcBef>
              <a:spcAft>
                <a:spcPts val="0"/>
              </a:spcAft>
              <a:buClr>
                <a:schemeClr val="dk1"/>
              </a:buClr>
              <a:buSzPts val="1814"/>
              <a:buFont typeface="Arial"/>
              <a:buChar char="•"/>
              <a:defRPr sz="1814" b="0" i="0" u="none" strike="noStrike" cap="none">
                <a:solidFill>
                  <a:schemeClr val="dk1"/>
                </a:solidFill>
                <a:latin typeface="Arial"/>
                <a:ea typeface="Arial"/>
                <a:cs typeface="Arial"/>
                <a:sym typeface="Arial"/>
              </a:defRPr>
            </a:lvl3pPr>
            <a:lvl4pPr marL="1828800" marR="0" lvl="3"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4pPr>
            <a:lvl5pPr marL="2286000" marR="0" lvl="4"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5pPr>
            <a:lvl6pPr marL="2743200" marR="0" lvl="5"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6pPr>
            <a:lvl7pPr marL="3200400" marR="0" lvl="6"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7pPr>
            <a:lvl8pPr marL="3657600" marR="0" lvl="7"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8pPr>
            <a:lvl9pPr marL="4114800" marR="0" lvl="8" indent="-332295" algn="l" rtl="0">
              <a:lnSpc>
                <a:spcPct val="90000"/>
              </a:lnSpc>
              <a:spcBef>
                <a:spcPts val="454"/>
              </a:spcBef>
              <a:spcAft>
                <a:spcPts val="0"/>
              </a:spcAft>
              <a:buClr>
                <a:schemeClr val="dk1"/>
              </a:buClr>
              <a:buSzPts val="1633"/>
              <a:buFont typeface="Arial"/>
              <a:buChar char="•"/>
              <a:defRPr sz="1633"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hyperlink" Target="https://drive.google.com/file/d/1GnEbhnOIHNSbtYQ1bl2p8mhw-exe3vPY/view?usp=sharin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
          <p:cNvSpPr/>
          <p:nvPr/>
        </p:nvSpPr>
        <p:spPr>
          <a:xfrm>
            <a:off x="2698575" y="942853"/>
            <a:ext cx="6786773" cy="4963119"/>
          </a:xfrm>
          <a:custGeom>
            <a:avLst/>
            <a:gdLst/>
            <a:ahLst/>
            <a:cxnLst/>
            <a:rect l="l" t="t" r="r" b="b"/>
            <a:pathLst>
              <a:path w="5703" h="3129" extrusionOk="0">
                <a:moveTo>
                  <a:pt x="1722" y="476"/>
                </a:moveTo>
                <a:lnTo>
                  <a:pt x="4097" y="476"/>
                </a:lnTo>
                <a:lnTo>
                  <a:pt x="4378" y="159"/>
                </a:lnTo>
                <a:lnTo>
                  <a:pt x="5237" y="159"/>
                </a:lnTo>
                <a:lnTo>
                  <a:pt x="5303" y="235"/>
                </a:lnTo>
                <a:lnTo>
                  <a:pt x="5556" y="235"/>
                </a:lnTo>
                <a:lnTo>
                  <a:pt x="5556" y="654"/>
                </a:lnTo>
                <a:lnTo>
                  <a:pt x="5628" y="726"/>
                </a:lnTo>
                <a:lnTo>
                  <a:pt x="5628" y="2331"/>
                </a:lnTo>
                <a:lnTo>
                  <a:pt x="5556" y="2391"/>
                </a:lnTo>
                <a:lnTo>
                  <a:pt x="5556" y="2797"/>
                </a:lnTo>
                <a:lnTo>
                  <a:pt x="5278" y="2797"/>
                </a:lnTo>
                <a:lnTo>
                  <a:pt x="5059" y="3070"/>
                </a:lnTo>
                <a:lnTo>
                  <a:pt x="4984" y="2970"/>
                </a:lnTo>
                <a:lnTo>
                  <a:pt x="3981" y="2970"/>
                </a:lnTo>
                <a:lnTo>
                  <a:pt x="3900" y="3070"/>
                </a:lnTo>
                <a:lnTo>
                  <a:pt x="3747" y="2879"/>
                </a:lnTo>
                <a:lnTo>
                  <a:pt x="153" y="2879"/>
                </a:lnTo>
                <a:lnTo>
                  <a:pt x="153" y="159"/>
                </a:lnTo>
                <a:lnTo>
                  <a:pt x="1428" y="159"/>
                </a:lnTo>
                <a:lnTo>
                  <a:pt x="1722" y="476"/>
                </a:lnTo>
                <a:moveTo>
                  <a:pt x="541" y="0"/>
                </a:moveTo>
                <a:lnTo>
                  <a:pt x="181" y="0"/>
                </a:lnTo>
                <a:lnTo>
                  <a:pt x="6" y="181"/>
                </a:lnTo>
                <a:lnTo>
                  <a:pt x="6" y="554"/>
                </a:lnTo>
                <a:lnTo>
                  <a:pt x="94" y="626"/>
                </a:lnTo>
                <a:lnTo>
                  <a:pt x="94" y="1076"/>
                </a:lnTo>
                <a:lnTo>
                  <a:pt x="9" y="1161"/>
                </a:lnTo>
                <a:lnTo>
                  <a:pt x="9" y="1890"/>
                </a:lnTo>
                <a:lnTo>
                  <a:pt x="94" y="1956"/>
                </a:lnTo>
                <a:lnTo>
                  <a:pt x="94" y="2425"/>
                </a:lnTo>
                <a:lnTo>
                  <a:pt x="3" y="2488"/>
                </a:lnTo>
                <a:lnTo>
                  <a:pt x="0" y="2854"/>
                </a:lnTo>
                <a:lnTo>
                  <a:pt x="187" y="3048"/>
                </a:lnTo>
                <a:lnTo>
                  <a:pt x="531" y="3048"/>
                </a:lnTo>
                <a:lnTo>
                  <a:pt x="616" y="2944"/>
                </a:lnTo>
                <a:lnTo>
                  <a:pt x="3256" y="2944"/>
                </a:lnTo>
                <a:lnTo>
                  <a:pt x="3325" y="3048"/>
                </a:lnTo>
                <a:lnTo>
                  <a:pt x="3637" y="3048"/>
                </a:lnTo>
                <a:lnTo>
                  <a:pt x="3716" y="2944"/>
                </a:lnTo>
                <a:lnTo>
                  <a:pt x="3859" y="3129"/>
                </a:lnTo>
                <a:lnTo>
                  <a:pt x="5106" y="3129"/>
                </a:lnTo>
                <a:lnTo>
                  <a:pt x="5250" y="2944"/>
                </a:lnTo>
                <a:lnTo>
                  <a:pt x="5700" y="2944"/>
                </a:lnTo>
                <a:lnTo>
                  <a:pt x="5703" y="91"/>
                </a:lnTo>
                <a:lnTo>
                  <a:pt x="619" y="91"/>
                </a:lnTo>
                <a:lnTo>
                  <a:pt x="541" y="0"/>
                </a:lnTo>
              </a:path>
            </a:pathLst>
          </a:custGeom>
          <a:noFill/>
          <a:ln>
            <a:noFill/>
          </a:ln>
        </p:spPr>
      </p:sp>
      <p:sp>
        <p:nvSpPr>
          <p:cNvPr id="140" name="Google Shape;140;p1"/>
          <p:cNvSpPr/>
          <p:nvPr/>
        </p:nvSpPr>
        <p:spPr>
          <a:xfrm>
            <a:off x="1521561" y="90677"/>
            <a:ext cx="3971606" cy="513392"/>
          </a:xfrm>
          <a:custGeom>
            <a:avLst/>
            <a:gdLst/>
            <a:ahLst/>
            <a:cxnLst/>
            <a:rect l="l" t="t" r="r" b="b"/>
            <a:pathLst>
              <a:path w="3339" h="326" extrusionOk="0">
                <a:moveTo>
                  <a:pt x="0" y="0"/>
                </a:moveTo>
                <a:lnTo>
                  <a:pt x="1229" y="0"/>
                </a:lnTo>
                <a:lnTo>
                  <a:pt x="1362" y="96"/>
                </a:lnTo>
                <a:lnTo>
                  <a:pt x="2991" y="96"/>
                </a:lnTo>
                <a:lnTo>
                  <a:pt x="3339" y="326"/>
                </a:lnTo>
              </a:path>
            </a:pathLst>
          </a:custGeom>
          <a:noFill/>
          <a:ln w="28425" cap="flat" cmpd="sng">
            <a:solidFill>
              <a:schemeClr val="lt1"/>
            </a:solidFill>
            <a:prstDash val="solid"/>
            <a:miter lim="8000"/>
            <a:headEnd type="none" w="sm" len="sm"/>
            <a:tailEnd type="none" w="sm" len="sm"/>
          </a:ln>
        </p:spPr>
      </p:sp>
      <p:sp>
        <p:nvSpPr>
          <p:cNvPr id="141" name="Google Shape;141;p1"/>
          <p:cNvSpPr/>
          <p:nvPr/>
        </p:nvSpPr>
        <p:spPr>
          <a:xfrm>
            <a:off x="1521561" y="287281"/>
            <a:ext cx="6767504" cy="543438"/>
          </a:xfrm>
          <a:custGeom>
            <a:avLst/>
            <a:gdLst/>
            <a:ahLst/>
            <a:cxnLst/>
            <a:rect l="l" t="t" r="r" b="b"/>
            <a:pathLst>
              <a:path w="5687" h="345" extrusionOk="0">
                <a:moveTo>
                  <a:pt x="0" y="230"/>
                </a:moveTo>
                <a:lnTo>
                  <a:pt x="2941" y="230"/>
                </a:lnTo>
                <a:lnTo>
                  <a:pt x="3074" y="345"/>
                </a:lnTo>
                <a:lnTo>
                  <a:pt x="3611" y="345"/>
                </a:lnTo>
                <a:lnTo>
                  <a:pt x="3786" y="194"/>
                </a:lnTo>
                <a:lnTo>
                  <a:pt x="4126" y="194"/>
                </a:lnTo>
                <a:lnTo>
                  <a:pt x="4330" y="0"/>
                </a:lnTo>
                <a:lnTo>
                  <a:pt x="5687" y="0"/>
                </a:lnTo>
              </a:path>
            </a:pathLst>
          </a:custGeom>
          <a:noFill/>
          <a:ln w="28425" cap="flat" cmpd="sng">
            <a:solidFill>
              <a:schemeClr val="lt1"/>
            </a:solidFill>
            <a:prstDash val="solid"/>
            <a:miter lim="8000"/>
            <a:headEnd type="none" w="sm" len="sm"/>
            <a:tailEnd type="none" w="sm" len="sm"/>
          </a:ln>
        </p:spPr>
      </p:sp>
      <p:sp>
        <p:nvSpPr>
          <p:cNvPr id="142" name="Google Shape;142;p1"/>
          <p:cNvSpPr/>
          <p:nvPr/>
        </p:nvSpPr>
        <p:spPr>
          <a:xfrm>
            <a:off x="8293311" y="205096"/>
            <a:ext cx="143044" cy="192032"/>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1"/>
          <p:cNvSpPr/>
          <p:nvPr/>
        </p:nvSpPr>
        <p:spPr>
          <a:xfrm>
            <a:off x="5423931" y="523191"/>
            <a:ext cx="143044" cy="192032"/>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1"/>
          <p:cNvSpPr/>
          <p:nvPr/>
        </p:nvSpPr>
        <p:spPr>
          <a:xfrm>
            <a:off x="7806372" y="6567308"/>
            <a:ext cx="2851418" cy="181255"/>
          </a:xfrm>
          <a:custGeom>
            <a:avLst/>
            <a:gdLst/>
            <a:ahLst/>
            <a:cxnLst/>
            <a:rect l="l" t="t" r="r" b="b"/>
            <a:pathLst>
              <a:path w="2158" h="105" extrusionOk="0">
                <a:moveTo>
                  <a:pt x="0" y="0"/>
                </a:moveTo>
                <a:lnTo>
                  <a:pt x="1543" y="0"/>
                </a:lnTo>
                <a:lnTo>
                  <a:pt x="1713" y="105"/>
                </a:lnTo>
                <a:lnTo>
                  <a:pt x="2158" y="105"/>
                </a:lnTo>
              </a:path>
            </a:pathLst>
          </a:custGeom>
          <a:noFill/>
          <a:ln w="28425" cap="flat" cmpd="sng">
            <a:solidFill>
              <a:srgbClr val="FFFFFF"/>
            </a:solidFill>
            <a:prstDash val="solid"/>
            <a:miter lim="8000"/>
            <a:headEnd type="none" w="sm" len="sm"/>
            <a:tailEnd type="none" w="sm" len="sm"/>
          </a:ln>
        </p:spPr>
      </p:sp>
      <p:sp>
        <p:nvSpPr>
          <p:cNvPr id="145" name="Google Shape;145;p1"/>
          <p:cNvSpPr/>
          <p:nvPr/>
        </p:nvSpPr>
        <p:spPr>
          <a:xfrm>
            <a:off x="5129677" y="5725583"/>
            <a:ext cx="5528112" cy="646639"/>
          </a:xfrm>
          <a:custGeom>
            <a:avLst/>
            <a:gdLst/>
            <a:ahLst/>
            <a:cxnLst/>
            <a:rect l="l" t="t" r="r" b="b"/>
            <a:pathLst>
              <a:path w="4181" h="369" extrusionOk="0">
                <a:moveTo>
                  <a:pt x="4181" y="0"/>
                </a:moveTo>
                <a:lnTo>
                  <a:pt x="3706" y="275"/>
                </a:lnTo>
                <a:lnTo>
                  <a:pt x="1621" y="275"/>
                </a:lnTo>
                <a:lnTo>
                  <a:pt x="1463" y="369"/>
                </a:lnTo>
                <a:lnTo>
                  <a:pt x="0" y="369"/>
                </a:lnTo>
              </a:path>
            </a:pathLst>
          </a:custGeom>
          <a:noFill/>
          <a:ln w="28425" cap="flat" cmpd="sng">
            <a:solidFill>
              <a:srgbClr val="FFFFFF"/>
            </a:solidFill>
            <a:prstDash val="solid"/>
            <a:miter lim="8000"/>
            <a:headEnd type="none" w="sm" len="sm"/>
            <a:tailEnd type="none" w="sm" len="sm"/>
          </a:ln>
        </p:spPr>
      </p:sp>
      <p:sp>
        <p:nvSpPr>
          <p:cNvPr id="146" name="Google Shape;146;p1"/>
          <p:cNvSpPr/>
          <p:nvPr/>
        </p:nvSpPr>
        <p:spPr>
          <a:xfrm>
            <a:off x="4962139" y="6339253"/>
            <a:ext cx="159374" cy="213913"/>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
          <p:cNvSpPr/>
          <p:nvPr/>
        </p:nvSpPr>
        <p:spPr>
          <a:xfrm>
            <a:off x="7718847" y="6470965"/>
            <a:ext cx="159374" cy="213913"/>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1"/>
          <p:cNvSpPr/>
          <p:nvPr/>
        </p:nvSpPr>
        <p:spPr>
          <a:xfrm>
            <a:off x="2102177" y="1348325"/>
            <a:ext cx="8243438" cy="41863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629"/>
              <a:buFont typeface="Arial"/>
              <a:buNone/>
            </a:pPr>
            <a:r>
              <a:rPr lang="en-US" sz="3629" b="1" dirty="0">
                <a:solidFill>
                  <a:srgbClr val="FFFFFF"/>
                </a:solidFill>
                <a:latin typeface="Times New Roman" panose="02020603050405020304" pitchFamily="18" charset="0"/>
                <a:ea typeface="Century Schoolbook"/>
                <a:cs typeface="Times New Roman" panose="02020603050405020304" pitchFamily="18" charset="0"/>
                <a:sym typeface="Century Schoolbook"/>
              </a:rPr>
              <a:t>Identification &amp; Optical character recognition (OCR) for Structured Documents</a:t>
            </a:r>
            <a:r>
              <a:rPr lang="en-US" sz="3629" b="1" i="0" u="none" strike="noStrike" cap="none" dirty="0">
                <a:solidFill>
                  <a:srgbClr val="FFFFFF"/>
                </a:solidFill>
                <a:latin typeface="Times New Roman" panose="02020603050405020304" pitchFamily="18" charset="0"/>
                <a:ea typeface="Century Schoolbook"/>
                <a:cs typeface="Times New Roman" panose="02020603050405020304" pitchFamily="18" charset="0"/>
                <a:sym typeface="Century Schoolbook"/>
              </a:rPr>
              <a:t> - SBI</a:t>
            </a:r>
            <a:endParaRPr sz="3629" b="1" i="0" u="none" strike="noStrike" cap="none" dirty="0">
              <a:solidFill>
                <a:srgbClr val="FFFFFF"/>
              </a:solidFill>
              <a:latin typeface="Times New Roman" panose="02020603050405020304" pitchFamily="18" charset="0"/>
              <a:ea typeface="Century Schoolbook"/>
              <a:cs typeface="Times New Roman" panose="02020603050405020304" pitchFamily="18" charset="0"/>
              <a:sym typeface="Century Schoolbook"/>
            </a:endParaRPr>
          </a:p>
          <a:p>
            <a:pPr marL="0" marR="0" lvl="0" indent="0" algn="ctr" rtl="0">
              <a:lnSpc>
                <a:spcPct val="100000"/>
              </a:lnSpc>
              <a:spcBef>
                <a:spcPts val="0"/>
              </a:spcBef>
              <a:spcAft>
                <a:spcPts val="0"/>
              </a:spcAft>
              <a:buClr>
                <a:srgbClr val="000000"/>
              </a:buClr>
              <a:buSzPts val="3629"/>
              <a:buFont typeface="Arial"/>
              <a:buNone/>
            </a:pPr>
            <a:endParaRPr sz="3629" b="1" i="0" u="none" strike="noStrike" cap="none" dirty="0">
              <a:solidFill>
                <a:srgbClr val="FFFFFF"/>
              </a:solidFill>
              <a:latin typeface="Times New Roman" panose="02020603050405020304" pitchFamily="18" charset="0"/>
              <a:ea typeface="Century Schoolbook"/>
              <a:cs typeface="Times New Roman" panose="02020603050405020304" pitchFamily="18" charset="0"/>
              <a:sym typeface="Century Schoolbook"/>
            </a:endParaRPr>
          </a:p>
          <a:p>
            <a:pPr marL="0" marR="0" lvl="0" indent="0" algn="ctr" rtl="0">
              <a:lnSpc>
                <a:spcPct val="100000"/>
              </a:lnSpc>
              <a:spcBef>
                <a:spcPts val="0"/>
              </a:spcBef>
              <a:spcAft>
                <a:spcPts val="0"/>
              </a:spcAft>
              <a:buClr>
                <a:srgbClr val="000000"/>
              </a:buClr>
              <a:buSzPts val="3629"/>
              <a:buFont typeface="Arial"/>
              <a:buNone/>
            </a:pPr>
            <a:r>
              <a:rPr lang="en-US" sz="3629" b="1" i="0" u="none" strike="noStrike" cap="none" dirty="0">
                <a:solidFill>
                  <a:srgbClr val="FFFFFF"/>
                </a:solidFill>
                <a:latin typeface="Times New Roman" panose="02020603050405020304" pitchFamily="18" charset="0"/>
                <a:ea typeface="Century Schoolbook"/>
                <a:cs typeface="Times New Roman" panose="02020603050405020304" pitchFamily="18" charset="0"/>
                <a:sym typeface="Century Schoolbook"/>
              </a:rPr>
              <a:t>Powered By - Microsoft Corporation Pvt Ltd.</a:t>
            </a:r>
            <a:endParaRPr sz="3629" b="1" i="0" u="none" strike="noStrike" cap="none" dirty="0">
              <a:solidFill>
                <a:srgbClr val="FFFFFF"/>
              </a:solidFill>
              <a:latin typeface="Times New Roman" panose="02020603050405020304" pitchFamily="18" charset="0"/>
              <a:ea typeface="Century Schoolbook"/>
              <a:cs typeface="Times New Roman" panose="02020603050405020304" pitchFamily="18" charset="0"/>
              <a:sym typeface="Century Schoolbook"/>
            </a:endParaRPr>
          </a:p>
          <a:p>
            <a:pPr marL="0" marR="0" lvl="0" indent="0" algn="ctr" rtl="0">
              <a:lnSpc>
                <a:spcPct val="100000"/>
              </a:lnSpc>
              <a:spcBef>
                <a:spcPts val="0"/>
              </a:spcBef>
              <a:spcAft>
                <a:spcPts val="0"/>
              </a:spcAft>
              <a:buClr>
                <a:srgbClr val="000000"/>
              </a:buClr>
              <a:buSzPts val="24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33"/>
              <a:buFont typeface="Arial"/>
              <a:buNone/>
            </a:pPr>
            <a:endParaRPr sz="1633"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33"/>
              <a:buFont typeface="Arial"/>
              <a:buNone/>
            </a:pPr>
            <a:endParaRPr sz="1633" b="0" i="0" u="none" strike="noStrike" cap="none" dirty="0">
              <a:solidFill>
                <a:srgbClr val="000000"/>
              </a:solidFill>
              <a:latin typeface="Arial"/>
              <a:ea typeface="Arial"/>
              <a:cs typeface="Arial"/>
              <a:sym typeface="Arial"/>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
          <p:cNvSpPr/>
          <p:nvPr/>
        </p:nvSpPr>
        <p:spPr>
          <a:xfrm>
            <a:off x="2054835" y="961835"/>
            <a:ext cx="8289719" cy="4501654"/>
          </a:xfrm>
          <a:prstGeom prst="rect">
            <a:avLst/>
          </a:prstGeom>
          <a:solidFill>
            <a:srgbClr val="2F0E3C"/>
          </a:solid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en-IN" sz="1800" b="0" i="0" u="none" strike="noStrike" cap="none">
              <a:solidFill>
                <a:schemeClr val="lt1"/>
              </a:solidFill>
              <a:latin typeface="Arial"/>
              <a:ea typeface="Arial"/>
              <a:cs typeface="Arial"/>
              <a:sym typeface="Arial"/>
            </a:endParaRPr>
          </a:p>
        </p:txBody>
      </p:sp>
      <p:sp>
        <p:nvSpPr>
          <p:cNvPr id="154" name="Google Shape;154;p2"/>
          <p:cNvSpPr/>
          <p:nvPr/>
        </p:nvSpPr>
        <p:spPr>
          <a:xfrm>
            <a:off x="2254779" y="1197096"/>
            <a:ext cx="7045500" cy="1069800"/>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3266"/>
              <a:buFont typeface="Arial"/>
              <a:buNone/>
            </a:pPr>
            <a:r>
              <a:rPr lang="en-US" sz="3266" b="1" i="0" u="none" strike="noStrike" cap="none" dirty="0">
                <a:solidFill>
                  <a:schemeClr val="lt1"/>
                </a:solidFill>
                <a:latin typeface="Times New Roman" panose="02020603050405020304" pitchFamily="18" charset="0"/>
                <a:cs typeface="Times New Roman" panose="02020603050405020304" pitchFamily="18" charset="0"/>
                <a:sym typeface="Arial"/>
              </a:rPr>
              <a:t>Problem Being Solved</a:t>
            </a:r>
            <a:endParaRPr sz="1633" b="0" i="0" u="none" strike="noStrike" cap="none" dirty="0">
              <a:solidFill>
                <a:schemeClr val="lt1"/>
              </a:solidFill>
              <a:latin typeface="Times New Roman" panose="02020603050405020304" pitchFamily="18" charset="0"/>
              <a:cs typeface="Times New Roman" panose="02020603050405020304" pitchFamily="18" charset="0"/>
              <a:sym typeface="Arial"/>
            </a:endParaRPr>
          </a:p>
          <a:p>
            <a:pPr marL="0" marR="0" lvl="0" indent="0" algn="ctr" rtl="0">
              <a:lnSpc>
                <a:spcPct val="42000"/>
              </a:lnSpc>
              <a:spcBef>
                <a:spcPts val="0"/>
              </a:spcBef>
              <a:spcAft>
                <a:spcPts val="0"/>
              </a:spcAft>
              <a:buClr>
                <a:srgbClr val="000000"/>
              </a:buClr>
              <a:buSzPts val="1633"/>
              <a:buFont typeface="Arial"/>
              <a:buNone/>
            </a:pPr>
            <a:endParaRPr sz="1633"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54000"/>
              </a:lnSpc>
              <a:spcBef>
                <a:spcPts val="0"/>
              </a:spcBef>
              <a:spcAft>
                <a:spcPts val="0"/>
              </a:spcAft>
              <a:buClr>
                <a:srgbClr val="000000"/>
              </a:buClr>
              <a:buSzPts val="1633"/>
              <a:buFont typeface="Arial"/>
              <a:buNone/>
            </a:pPr>
            <a:endParaRPr sz="1633" b="0" i="0" u="none" strike="noStrike" cap="none" dirty="0">
              <a:solidFill>
                <a:srgbClr val="000000"/>
              </a:solidFill>
              <a:latin typeface="Arial"/>
              <a:ea typeface="Arial"/>
              <a:cs typeface="Arial"/>
              <a:sym typeface="Arial"/>
            </a:endParaRPr>
          </a:p>
        </p:txBody>
      </p:sp>
      <p:pic>
        <p:nvPicPr>
          <p:cNvPr id="155" name="Google Shape;155;p2"/>
          <p:cNvPicPr preferRelativeResize="0"/>
          <p:nvPr/>
        </p:nvPicPr>
        <p:blipFill rotWithShape="1">
          <a:blip r:embed="rId3">
            <a:alphaModFix/>
          </a:blip>
          <a:srcRect/>
          <a:stretch/>
        </p:blipFill>
        <p:spPr>
          <a:xfrm>
            <a:off x="5050643" y="6087553"/>
            <a:ext cx="1826266" cy="441544"/>
          </a:xfrm>
          <a:prstGeom prst="rect">
            <a:avLst/>
          </a:prstGeom>
          <a:noFill/>
          <a:ln>
            <a:noFill/>
          </a:ln>
        </p:spPr>
      </p:pic>
      <p:sp>
        <p:nvSpPr>
          <p:cNvPr id="3" name="TextBox 2">
            <a:extLst>
              <a:ext uri="{FF2B5EF4-FFF2-40B4-BE49-F238E27FC236}">
                <a16:creationId xmlns:a16="http://schemas.microsoft.com/office/drawing/2014/main" id="{A1AE1134-8F56-D8C2-8B8C-C9CC2184B92C}"/>
              </a:ext>
            </a:extLst>
          </p:cNvPr>
          <p:cNvSpPr txBox="1"/>
          <p:nvPr/>
        </p:nvSpPr>
        <p:spPr>
          <a:xfrm>
            <a:off x="2441542" y="2055043"/>
            <a:ext cx="7308916" cy="2677656"/>
          </a:xfrm>
          <a:prstGeom prst="rect">
            <a:avLst/>
          </a:prstGeom>
          <a:noFill/>
        </p:spPr>
        <p:txBody>
          <a:bodyPr wrap="square" rtlCol="0">
            <a:spAutoFit/>
          </a:bodyPr>
          <a:lstStyle/>
          <a:p>
            <a:pPr marL="342900" indent="-342900" algn="just">
              <a:buClr>
                <a:schemeClr val="bg1"/>
              </a:buCl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The proposed solution reduce the internet search time for the users. Our model will automate the search and will provide all the relevant processed reference.</a:t>
            </a:r>
          </a:p>
          <a:p>
            <a:pPr marL="342900" indent="-342900" algn="just">
              <a:buClr>
                <a:schemeClr val="bg1"/>
              </a:buCl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Summary provide a quick grasp of the content for the user.</a:t>
            </a:r>
          </a:p>
          <a:p>
            <a:pPr marL="342900" indent="-342900" algn="just">
              <a:buClr>
                <a:schemeClr val="bg1"/>
              </a:buClr>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With a good looking UI/UX the user will spend some sample time in our application.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
          <p:cNvSpPr/>
          <p:nvPr/>
        </p:nvSpPr>
        <p:spPr>
          <a:xfrm>
            <a:off x="2214742" y="1178173"/>
            <a:ext cx="8289719" cy="4501654"/>
          </a:xfrm>
          <a:prstGeom prst="rect">
            <a:avLst/>
          </a:prstGeom>
          <a:solidFill>
            <a:srgbClr val="2F0E3C"/>
          </a:solid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61" name="Google Shape;161;p3"/>
          <p:cNvSpPr/>
          <p:nvPr/>
        </p:nvSpPr>
        <p:spPr>
          <a:xfrm>
            <a:off x="2363467" y="1403053"/>
            <a:ext cx="7045500" cy="1069800"/>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3000" b="1" i="0" u="none" strike="noStrike" cap="none" dirty="0">
                <a:solidFill>
                  <a:schemeClr val="lt1"/>
                </a:solidFill>
                <a:latin typeface="Times New Roman" panose="02020603050405020304" pitchFamily="18" charset="0"/>
                <a:ea typeface="Lato"/>
                <a:cs typeface="Times New Roman" panose="02020603050405020304" pitchFamily="18" charset="0"/>
                <a:sym typeface="Lato"/>
              </a:rPr>
              <a:t>Approach taken to create the model</a:t>
            </a:r>
            <a:endParaRPr sz="3000" b="1" i="0" u="none" strike="noStrike" cap="none" dirty="0">
              <a:solidFill>
                <a:schemeClr val="lt1"/>
              </a:solidFill>
              <a:latin typeface="Times New Roman" panose="02020603050405020304" pitchFamily="18" charset="0"/>
              <a:cs typeface="Times New Roman" panose="02020603050405020304" pitchFamily="18" charset="0"/>
              <a:sym typeface="Arial"/>
            </a:endParaRPr>
          </a:p>
          <a:p>
            <a:pPr marL="0" marR="0" lvl="0" indent="0" algn="ctr" rtl="0">
              <a:lnSpc>
                <a:spcPct val="42000"/>
              </a:lnSpc>
              <a:spcBef>
                <a:spcPts val="0"/>
              </a:spcBef>
              <a:spcAft>
                <a:spcPts val="0"/>
              </a:spcAft>
              <a:buClr>
                <a:srgbClr val="000000"/>
              </a:buClr>
              <a:buSzPts val="1633"/>
              <a:buFont typeface="Arial"/>
              <a:buNone/>
            </a:pPr>
            <a:endParaRPr sz="3000" b="0" i="0" u="none" strike="noStrike" cap="none" dirty="0">
              <a:solidFill>
                <a:srgbClr val="000000"/>
              </a:solidFill>
              <a:latin typeface="Arial"/>
              <a:ea typeface="Arial"/>
              <a:cs typeface="Arial"/>
              <a:sym typeface="Arial"/>
            </a:endParaRPr>
          </a:p>
          <a:p>
            <a:pPr marL="0" marR="0" lvl="0" indent="0" algn="ctr" rtl="0">
              <a:lnSpc>
                <a:spcPct val="54000"/>
              </a:lnSpc>
              <a:spcBef>
                <a:spcPts val="0"/>
              </a:spcBef>
              <a:spcAft>
                <a:spcPts val="0"/>
              </a:spcAft>
              <a:buClr>
                <a:srgbClr val="000000"/>
              </a:buClr>
              <a:buSzPts val="1633"/>
              <a:buFont typeface="Arial"/>
              <a:buNone/>
            </a:pPr>
            <a:endParaRPr sz="3000" b="0" i="0" u="none" strike="noStrike" cap="none" dirty="0">
              <a:solidFill>
                <a:srgbClr val="000000"/>
              </a:solidFill>
              <a:latin typeface="Arial"/>
              <a:ea typeface="Arial"/>
              <a:cs typeface="Arial"/>
              <a:sym typeface="Arial"/>
            </a:endParaRPr>
          </a:p>
        </p:txBody>
      </p:sp>
      <p:pic>
        <p:nvPicPr>
          <p:cNvPr id="162" name="Google Shape;162;p3"/>
          <p:cNvPicPr preferRelativeResize="0"/>
          <p:nvPr/>
        </p:nvPicPr>
        <p:blipFill rotWithShape="1">
          <a:blip r:embed="rId3">
            <a:alphaModFix/>
          </a:blip>
          <a:srcRect/>
          <a:stretch/>
        </p:blipFill>
        <p:spPr>
          <a:xfrm>
            <a:off x="5050643" y="6087553"/>
            <a:ext cx="1826266" cy="441544"/>
          </a:xfrm>
          <a:prstGeom prst="rect">
            <a:avLst/>
          </a:prstGeom>
          <a:noFill/>
          <a:ln>
            <a:noFill/>
          </a:ln>
        </p:spPr>
      </p:pic>
      <p:sp>
        <p:nvSpPr>
          <p:cNvPr id="2" name="TextBox 1">
            <a:extLst>
              <a:ext uri="{FF2B5EF4-FFF2-40B4-BE49-F238E27FC236}">
                <a16:creationId xmlns:a16="http://schemas.microsoft.com/office/drawing/2014/main" id="{CD7DCF12-BFFD-0EE2-1E9F-A0EC0703C0EA}"/>
              </a:ext>
            </a:extLst>
          </p:cNvPr>
          <p:cNvSpPr txBox="1"/>
          <p:nvPr/>
        </p:nvSpPr>
        <p:spPr>
          <a:xfrm>
            <a:off x="2620652" y="2290713"/>
            <a:ext cx="6183983" cy="3139321"/>
          </a:xfrm>
          <a:prstGeom prst="rect">
            <a:avLst/>
          </a:prstGeom>
          <a:noFill/>
        </p:spPr>
        <p:txBody>
          <a:bodyPr wrap="square" rtlCol="0">
            <a:spAutoFit/>
          </a:bodyPr>
          <a:lstStyle/>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Model is created to get an image input from the user. User can click an image from a some reference. It will be analyzed and text will be extracted using OCR. </a:t>
            </a:r>
          </a:p>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The raw text then analyzed using NLP and will provide a summary. </a:t>
            </a:r>
          </a:p>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The summary helps the user to understand the context easily. </a:t>
            </a:r>
          </a:p>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From the summary keywords/Key phrases are extracted by understanding the content.(NLTK)</a:t>
            </a:r>
          </a:p>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Model will automate google search with the keywords/ Key phrases available and return relevant top links to the user. </a:t>
            </a:r>
          </a:p>
          <a:p>
            <a:pPr marL="285750" indent="-285750" algn="just">
              <a:buClr>
                <a:schemeClr val="bg1"/>
              </a:buCl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Model is deployed as a mobile application.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
          <p:cNvSpPr/>
          <p:nvPr/>
        </p:nvSpPr>
        <p:spPr>
          <a:xfrm>
            <a:off x="1951140" y="736321"/>
            <a:ext cx="8289719" cy="4725482"/>
          </a:xfrm>
          <a:prstGeom prst="rect">
            <a:avLst/>
          </a:prstGeom>
          <a:solidFill>
            <a:srgbClr val="2F0E3C"/>
          </a:solid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chemeClr val="lt1"/>
              </a:solidFill>
              <a:latin typeface="Arial"/>
              <a:ea typeface="Arial"/>
              <a:cs typeface="Arial"/>
              <a:sym typeface="Arial"/>
            </a:endParaRPr>
          </a:p>
        </p:txBody>
      </p:sp>
      <p:sp>
        <p:nvSpPr>
          <p:cNvPr id="176" name="Google Shape;176;p4"/>
          <p:cNvSpPr/>
          <p:nvPr/>
        </p:nvSpPr>
        <p:spPr>
          <a:xfrm>
            <a:off x="2302455" y="861297"/>
            <a:ext cx="8076456" cy="4351726"/>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3266"/>
              <a:buFont typeface="Arial"/>
              <a:buNone/>
            </a:pPr>
            <a:r>
              <a:rPr lang="en-US" sz="2000" b="1" i="0" u="none" strike="noStrike" cap="none" dirty="0">
                <a:solidFill>
                  <a:schemeClr val="lt1"/>
                </a:solidFill>
                <a:latin typeface="Times New Roman" panose="02020603050405020304" pitchFamily="18" charset="0"/>
                <a:cs typeface="Times New Roman" panose="02020603050405020304" pitchFamily="18" charset="0"/>
                <a:sym typeface="Arial"/>
              </a:rPr>
              <a:t>ANY SUPPORTING ASSUMPTIONS, FUNCTIONAL REQUIREMENTS(FR) AND NON-FUNCTIONAL REQUIREMENTS(NFR)</a:t>
            </a:r>
            <a:endParaRPr lang="en-US" sz="2000" b="0" i="0" u="none" strike="noStrike" cap="none" dirty="0">
              <a:solidFill>
                <a:schemeClr val="lt1"/>
              </a:solidFill>
              <a:latin typeface="Times New Roman" panose="02020603050405020304" pitchFamily="18" charset="0"/>
              <a:cs typeface="Times New Roman" panose="02020603050405020304" pitchFamily="18" charset="0"/>
              <a:sym typeface="Arial"/>
            </a:endParaRPr>
          </a:p>
          <a:p>
            <a:pPr marL="0" marR="0" lvl="0" indent="0" algn="ctr" rtl="0">
              <a:lnSpc>
                <a:spcPct val="42000"/>
              </a:lnSpc>
              <a:spcBef>
                <a:spcPts val="0"/>
              </a:spcBef>
              <a:spcAft>
                <a:spcPts val="0"/>
              </a:spcAft>
              <a:buClr>
                <a:srgbClr val="000000"/>
              </a:buClr>
              <a:buSzPts val="1633"/>
              <a:buFont typeface="Arial"/>
              <a:buNone/>
            </a:pPr>
            <a:endParaRPr sz="1633" b="0" i="0" u="none" strike="noStrike" cap="none" dirty="0">
              <a:solidFill>
                <a:schemeClr val="bg1"/>
              </a:solidFill>
              <a:latin typeface="Times New Roman" panose="02020603050405020304" pitchFamily="18" charset="0"/>
              <a:cs typeface="Times New Roman" panose="02020603050405020304" pitchFamily="18" charset="0"/>
              <a:sym typeface="Arial"/>
            </a:endParaRPr>
          </a:p>
          <a:p>
            <a:pPr marL="0" marR="0" lvl="0" indent="0" rtl="0">
              <a:lnSpc>
                <a:spcPct val="54000"/>
              </a:lnSpc>
              <a:spcBef>
                <a:spcPts val="0"/>
              </a:spcBef>
              <a:spcAft>
                <a:spcPts val="0"/>
              </a:spcAft>
              <a:buClr>
                <a:srgbClr val="000000"/>
              </a:buClr>
              <a:buSzPts val="1633"/>
              <a:buFont typeface="Arial"/>
              <a:buNone/>
            </a:pPr>
            <a:endParaRPr lang="en-US" sz="2400" dirty="0">
              <a:solidFill>
                <a:schemeClr val="bg1"/>
              </a:solidFill>
              <a:latin typeface="Times New Roman" panose="02020603050405020304" pitchFamily="18" charset="0"/>
              <a:cs typeface="Times New Roman" panose="02020603050405020304" pitchFamily="18" charset="0"/>
            </a:endParaRPr>
          </a:p>
          <a:p>
            <a:pPr marL="0" marR="0" lvl="0" indent="0" rtl="0">
              <a:lnSpc>
                <a:spcPct val="54000"/>
              </a:lnSpc>
              <a:spcBef>
                <a:spcPts val="0"/>
              </a:spcBef>
              <a:spcAft>
                <a:spcPts val="0"/>
              </a:spcAft>
              <a:buClr>
                <a:srgbClr val="000000"/>
              </a:buClr>
              <a:buSzPts val="1633"/>
              <a:buFont typeface="Arial"/>
              <a:buNone/>
            </a:pPr>
            <a:r>
              <a:rPr lang="en-US" sz="2400" dirty="0">
                <a:solidFill>
                  <a:schemeClr val="bg1"/>
                </a:solidFill>
                <a:latin typeface="Times New Roman" panose="02020603050405020304" pitchFamily="18" charset="0"/>
                <a:cs typeface="Times New Roman" panose="02020603050405020304" pitchFamily="18" charset="0"/>
              </a:rPr>
              <a:t>Functional Requirements:</a:t>
            </a:r>
          </a:p>
          <a:p>
            <a:pPr marR="0" lvl="0" rtl="0">
              <a:lnSpc>
                <a:spcPct val="54000"/>
              </a:lnSpc>
              <a:spcBef>
                <a:spcPts val="0"/>
              </a:spcBef>
              <a:spcAft>
                <a:spcPts val="0"/>
              </a:spcAft>
              <a:buClr>
                <a:srgbClr val="000000"/>
              </a:buClr>
              <a:buSzPts val="1633"/>
            </a:pPr>
            <a:endParaRPr lang="en-US" sz="2400" dirty="0">
              <a:solidFill>
                <a:schemeClr val="bg1"/>
              </a:solidFill>
              <a:latin typeface="Times New Roman" panose="02020603050405020304" pitchFamily="18" charset="0"/>
              <a:cs typeface="Times New Roman" panose="02020603050405020304" pitchFamily="18" charset="0"/>
            </a:endParaRPr>
          </a:p>
          <a:p>
            <a:pPr marL="342900" marR="0" lvl="0" indent="-342900" rtl="0">
              <a:spcBef>
                <a:spcPts val="0"/>
              </a:spcBef>
              <a:spcAft>
                <a:spcPts val="0"/>
              </a:spcAft>
              <a:buClr>
                <a:schemeClr val="bg1"/>
              </a:buClr>
              <a:buSzPts val="1633"/>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Taking/ choosing the desired text image. </a:t>
            </a:r>
          </a:p>
          <a:p>
            <a:pPr marL="342900" marR="0" lvl="0" indent="-342900" rtl="0">
              <a:spcBef>
                <a:spcPts val="0"/>
              </a:spcBef>
              <a:spcAft>
                <a:spcPts val="0"/>
              </a:spcAft>
              <a:buClr>
                <a:schemeClr val="bg1"/>
              </a:buClr>
              <a:buSzPts val="1633"/>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Recognition of the text. </a:t>
            </a:r>
          </a:p>
          <a:p>
            <a:pPr marL="342900" marR="0" lvl="0" indent="-342900" rtl="0">
              <a:spcBef>
                <a:spcPts val="0"/>
              </a:spcBef>
              <a:spcAft>
                <a:spcPts val="0"/>
              </a:spcAft>
              <a:buClr>
                <a:schemeClr val="bg1"/>
              </a:buClr>
              <a:buSzPts val="1633"/>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Copying the text for different uses</a:t>
            </a:r>
          </a:p>
          <a:p>
            <a:pPr marR="0" lvl="0" rtl="0">
              <a:lnSpc>
                <a:spcPct val="54000"/>
              </a:lnSpc>
              <a:spcBef>
                <a:spcPts val="0"/>
              </a:spcBef>
              <a:spcAft>
                <a:spcPts val="0"/>
              </a:spcAft>
              <a:buClr>
                <a:srgbClr val="000000"/>
              </a:buClr>
              <a:buSzPts val="1633"/>
            </a:pPr>
            <a:endParaRPr lang="en-US" sz="2400" b="0" i="0" u="none" strike="noStrike" cap="none" dirty="0">
              <a:solidFill>
                <a:schemeClr val="bg1"/>
              </a:solidFill>
              <a:latin typeface="Times New Roman" panose="02020603050405020304" pitchFamily="18" charset="0"/>
              <a:cs typeface="Times New Roman" panose="02020603050405020304" pitchFamily="18" charset="0"/>
              <a:sym typeface="Arial"/>
            </a:endParaRPr>
          </a:p>
          <a:p>
            <a:pPr marR="0" lvl="0" rtl="0">
              <a:lnSpc>
                <a:spcPct val="54000"/>
              </a:lnSpc>
              <a:spcBef>
                <a:spcPts val="0"/>
              </a:spcBef>
              <a:spcAft>
                <a:spcPts val="0"/>
              </a:spcAft>
              <a:buClr>
                <a:srgbClr val="000000"/>
              </a:buClr>
              <a:buSzPts val="1633"/>
            </a:pPr>
            <a:endParaRPr lang="en-IN" sz="2400" dirty="0"/>
          </a:p>
          <a:p>
            <a:pPr marR="0" lvl="0" rtl="0">
              <a:lnSpc>
                <a:spcPct val="54000"/>
              </a:lnSpc>
              <a:spcBef>
                <a:spcPts val="0"/>
              </a:spcBef>
              <a:spcAft>
                <a:spcPts val="0"/>
              </a:spcAft>
              <a:buClr>
                <a:srgbClr val="000000"/>
              </a:buClr>
              <a:buSzPts val="1633"/>
            </a:pPr>
            <a:r>
              <a:rPr lang="en-IN" sz="2400" dirty="0">
                <a:solidFill>
                  <a:schemeClr val="bg1"/>
                </a:solidFill>
                <a:latin typeface="Times New Roman" panose="02020603050405020304" pitchFamily="18" charset="0"/>
                <a:cs typeface="Times New Roman" panose="02020603050405020304" pitchFamily="18" charset="0"/>
              </a:rPr>
              <a:t>Non-Functional Requirements: </a:t>
            </a:r>
            <a:endParaRPr lang="en-US" sz="2400" dirty="0">
              <a:solidFill>
                <a:schemeClr val="bg1"/>
              </a:solidFill>
              <a:latin typeface="Times New Roman" panose="02020603050405020304" pitchFamily="18" charset="0"/>
              <a:cs typeface="Times New Roman" panose="02020603050405020304" pitchFamily="18" charset="0"/>
            </a:endParaRPr>
          </a:p>
          <a:p>
            <a:pPr marR="0" lvl="0" rtl="0">
              <a:spcBef>
                <a:spcPts val="0"/>
              </a:spcBef>
              <a:spcAft>
                <a:spcPts val="0"/>
              </a:spcAft>
              <a:buClr>
                <a:srgbClr val="000000"/>
              </a:buClr>
              <a:buSzPts val="1633"/>
            </a:pPr>
            <a:endParaRPr lang="en-US" sz="2400" b="0" i="0" u="none" strike="noStrike" cap="none" dirty="0">
              <a:solidFill>
                <a:schemeClr val="bg1"/>
              </a:solidFill>
              <a:latin typeface="Times New Roman" panose="02020603050405020304" pitchFamily="18" charset="0"/>
              <a:cs typeface="Times New Roman" panose="02020603050405020304" pitchFamily="18" charset="0"/>
              <a:sym typeface="Arial"/>
            </a:endParaRPr>
          </a:p>
          <a:p>
            <a:pPr marL="285750" marR="0" lvl="0" indent="-285750" rtl="0">
              <a:spcBef>
                <a:spcPts val="0"/>
              </a:spcBef>
              <a:spcAft>
                <a:spcPts val="0"/>
              </a:spcAft>
              <a:buClr>
                <a:schemeClr val="bg1"/>
              </a:buClr>
              <a:buSzPts val="1633"/>
              <a:buFont typeface="Wingdings" panose="05000000000000000000" pitchFamily="2" charset="2"/>
              <a:buChar char="ü"/>
            </a:pPr>
            <a:r>
              <a:rPr lang="en-IN" sz="2000" dirty="0">
                <a:solidFill>
                  <a:schemeClr val="bg1"/>
                </a:solidFill>
                <a:latin typeface="Times New Roman" panose="02020603050405020304" pitchFamily="18" charset="0"/>
                <a:cs typeface="Times New Roman" panose="02020603050405020304" pitchFamily="18" charset="0"/>
              </a:rPr>
              <a:t>     Usability Requirements</a:t>
            </a:r>
          </a:p>
          <a:p>
            <a:pPr marL="285750" marR="0" lvl="0" indent="-285750" rtl="0">
              <a:spcBef>
                <a:spcPts val="0"/>
              </a:spcBef>
              <a:spcAft>
                <a:spcPts val="0"/>
              </a:spcAft>
              <a:buClr>
                <a:schemeClr val="bg1"/>
              </a:buClr>
              <a:buSzPts val="1633"/>
              <a:buFont typeface="Wingdings" panose="05000000000000000000" pitchFamily="2" charset="2"/>
              <a:buChar char="ü"/>
            </a:pPr>
            <a:r>
              <a:rPr lang="en-IN" sz="2000" dirty="0">
                <a:solidFill>
                  <a:schemeClr val="bg1"/>
                </a:solidFill>
                <a:latin typeface="Times New Roman" panose="02020603050405020304" pitchFamily="18" charset="0"/>
                <a:cs typeface="Times New Roman" panose="02020603050405020304" pitchFamily="18" charset="0"/>
              </a:rPr>
              <a:t>     Reliability Requirements</a:t>
            </a:r>
          </a:p>
          <a:p>
            <a:pPr marL="285750" marR="0" lvl="0" indent="-285750" rtl="0">
              <a:spcBef>
                <a:spcPts val="0"/>
              </a:spcBef>
              <a:spcAft>
                <a:spcPts val="0"/>
              </a:spcAft>
              <a:buClr>
                <a:schemeClr val="bg1"/>
              </a:buClr>
              <a:buSzPts val="1633"/>
              <a:buFont typeface="Wingdings" panose="05000000000000000000" pitchFamily="2" charset="2"/>
              <a:buChar char="ü"/>
            </a:pPr>
            <a:r>
              <a:rPr lang="en-IN" sz="2000" dirty="0">
                <a:solidFill>
                  <a:schemeClr val="bg1"/>
                </a:solidFill>
                <a:latin typeface="Times New Roman" panose="02020603050405020304" pitchFamily="18" charset="0"/>
                <a:cs typeface="Times New Roman" panose="02020603050405020304" pitchFamily="18" charset="0"/>
              </a:rPr>
              <a:t>     Efficiency Requirements</a:t>
            </a:r>
          </a:p>
          <a:p>
            <a:pPr marR="0" lvl="0" rtl="0">
              <a:lnSpc>
                <a:spcPct val="54000"/>
              </a:lnSpc>
              <a:spcBef>
                <a:spcPts val="0"/>
              </a:spcBef>
              <a:spcAft>
                <a:spcPts val="0"/>
              </a:spcAft>
              <a:buClr>
                <a:srgbClr val="000000"/>
              </a:buClr>
              <a:buSzPts val="1633"/>
            </a:pPr>
            <a:endParaRPr sz="1633" b="0" i="0" u="none" strike="noStrike" cap="none" dirty="0">
              <a:solidFill>
                <a:schemeClr val="bg1"/>
              </a:solidFill>
              <a:latin typeface="Times New Roman" panose="02020603050405020304" pitchFamily="18" charset="0"/>
              <a:cs typeface="Times New Roman" panose="02020603050405020304" pitchFamily="18" charset="0"/>
              <a:sym typeface="Arial"/>
            </a:endParaRPr>
          </a:p>
        </p:txBody>
      </p:sp>
      <p:pic>
        <p:nvPicPr>
          <p:cNvPr id="177" name="Google Shape;177;p4"/>
          <p:cNvPicPr preferRelativeResize="0"/>
          <p:nvPr/>
        </p:nvPicPr>
        <p:blipFill rotWithShape="1">
          <a:blip r:embed="rId3">
            <a:alphaModFix/>
          </a:blip>
          <a:srcRect/>
          <a:stretch/>
        </p:blipFill>
        <p:spPr>
          <a:xfrm>
            <a:off x="5050643" y="6121679"/>
            <a:ext cx="1826266" cy="4415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6"/>
          <p:cNvSpPr/>
          <p:nvPr/>
        </p:nvSpPr>
        <p:spPr>
          <a:xfrm>
            <a:off x="1951140" y="1222406"/>
            <a:ext cx="8289719" cy="4501654"/>
          </a:xfrm>
          <a:prstGeom prst="rect">
            <a:avLst/>
          </a:prstGeom>
          <a:solidFill>
            <a:srgbClr val="2F0E3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6"/>
          <p:cNvSpPr/>
          <p:nvPr/>
        </p:nvSpPr>
        <p:spPr>
          <a:xfrm>
            <a:off x="2160032" y="1605145"/>
            <a:ext cx="7045500" cy="1069800"/>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3266"/>
              <a:buFont typeface="Arial"/>
              <a:buNone/>
            </a:pPr>
            <a:r>
              <a:rPr lang="en-US" sz="3266" b="1" dirty="0">
                <a:solidFill>
                  <a:schemeClr val="lt1"/>
                </a:solidFill>
                <a:latin typeface="Times New Roman" panose="02020603050405020304" pitchFamily="18" charset="0"/>
                <a:cs typeface="Times New Roman" panose="02020603050405020304" pitchFamily="18" charset="0"/>
              </a:rPr>
              <a:t>R</a:t>
            </a:r>
            <a:r>
              <a:rPr lang="en-US" sz="3266" b="1" i="0" u="none" strike="noStrike" cap="none" dirty="0">
                <a:solidFill>
                  <a:schemeClr val="lt1"/>
                </a:solidFill>
                <a:latin typeface="Times New Roman" panose="02020603050405020304" pitchFamily="18" charset="0"/>
                <a:cs typeface="Times New Roman" panose="02020603050405020304" pitchFamily="18" charset="0"/>
                <a:sym typeface="Arial"/>
              </a:rPr>
              <a:t>eason why your solution should be considered</a:t>
            </a:r>
            <a:endParaRPr sz="1633"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sp>
        <p:nvSpPr>
          <p:cNvPr id="184" name="Google Shape;184;p6"/>
          <p:cNvSpPr/>
          <p:nvPr/>
        </p:nvSpPr>
        <p:spPr>
          <a:xfrm>
            <a:off x="3180288" y="2117581"/>
            <a:ext cx="3347828" cy="297519"/>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85" name="Google Shape;185;p6"/>
          <p:cNvSpPr/>
          <p:nvPr/>
        </p:nvSpPr>
        <p:spPr>
          <a:xfrm>
            <a:off x="3180289" y="2441227"/>
            <a:ext cx="6241701" cy="407905"/>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86" name="Google Shape;186;p6"/>
          <p:cNvSpPr/>
          <p:nvPr/>
        </p:nvSpPr>
        <p:spPr>
          <a:xfrm>
            <a:off x="3137179" y="4040516"/>
            <a:ext cx="5820406" cy="407905"/>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87" name="Google Shape;187;p6"/>
          <p:cNvSpPr/>
          <p:nvPr/>
        </p:nvSpPr>
        <p:spPr>
          <a:xfrm>
            <a:off x="2428489" y="2089821"/>
            <a:ext cx="986288" cy="585241"/>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88" name="Google Shape;188;p6"/>
          <p:cNvSpPr/>
          <p:nvPr/>
        </p:nvSpPr>
        <p:spPr>
          <a:xfrm>
            <a:off x="2428489" y="3690416"/>
            <a:ext cx="705751" cy="486939"/>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89" name="Google Shape;189;p6"/>
          <p:cNvSpPr/>
          <p:nvPr/>
        </p:nvSpPr>
        <p:spPr>
          <a:xfrm>
            <a:off x="3180289" y="2441227"/>
            <a:ext cx="6241701" cy="407905"/>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90" name="Google Shape;190;p6"/>
          <p:cNvSpPr/>
          <p:nvPr/>
        </p:nvSpPr>
        <p:spPr>
          <a:xfrm>
            <a:off x="3180288" y="2117581"/>
            <a:ext cx="3347828" cy="297519"/>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91" name="Google Shape;191;p6"/>
          <p:cNvSpPr/>
          <p:nvPr/>
        </p:nvSpPr>
        <p:spPr>
          <a:xfrm>
            <a:off x="3180288" y="2117581"/>
            <a:ext cx="3347828" cy="297519"/>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sp>
        <p:nvSpPr>
          <p:cNvPr id="192" name="Google Shape;192;p6"/>
          <p:cNvSpPr/>
          <p:nvPr/>
        </p:nvSpPr>
        <p:spPr>
          <a:xfrm>
            <a:off x="3194331" y="3722748"/>
            <a:ext cx="3347828" cy="297519"/>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pic>
        <p:nvPicPr>
          <p:cNvPr id="193" name="Google Shape;193;p6"/>
          <p:cNvPicPr preferRelativeResize="0"/>
          <p:nvPr/>
        </p:nvPicPr>
        <p:blipFill rotWithShape="1">
          <a:blip r:embed="rId3">
            <a:alphaModFix/>
          </a:blip>
          <a:srcRect/>
          <a:stretch/>
        </p:blipFill>
        <p:spPr>
          <a:xfrm>
            <a:off x="5050643" y="6152870"/>
            <a:ext cx="1826266" cy="441544"/>
          </a:xfrm>
          <a:prstGeom prst="rect">
            <a:avLst/>
          </a:prstGeom>
          <a:noFill/>
          <a:ln>
            <a:noFill/>
          </a:ln>
        </p:spPr>
      </p:pic>
      <p:sp>
        <p:nvSpPr>
          <p:cNvPr id="2" name="TextBox 1">
            <a:extLst>
              <a:ext uri="{FF2B5EF4-FFF2-40B4-BE49-F238E27FC236}">
                <a16:creationId xmlns:a16="http://schemas.microsoft.com/office/drawing/2014/main" id="{8301EB46-93D2-77AD-1678-F223E1A8C234}"/>
              </a:ext>
            </a:extLst>
          </p:cNvPr>
          <p:cNvSpPr txBox="1"/>
          <p:nvPr/>
        </p:nvSpPr>
        <p:spPr>
          <a:xfrm>
            <a:off x="2356701" y="2988297"/>
            <a:ext cx="6004874" cy="1938992"/>
          </a:xfrm>
          <a:prstGeom prst="rect">
            <a:avLst/>
          </a:prstGeom>
          <a:noFill/>
        </p:spPr>
        <p:txBody>
          <a:bodyPr wrap="square" rtlCol="0">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OCR needs to be performed for direct obtention of data from the document, suitable tagging as well as to make the content searchable. This helps in customer onboarding as well as customer relationship enhancement during the lifecycle of any deposit or loan account / service.</a:t>
            </a:r>
            <a:endParaRPr lang="en-I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8"/>
          <p:cNvSpPr/>
          <p:nvPr/>
        </p:nvSpPr>
        <p:spPr>
          <a:xfrm>
            <a:off x="1983516" y="707010"/>
            <a:ext cx="8289600" cy="4748621"/>
          </a:xfrm>
          <a:prstGeom prst="rect">
            <a:avLst/>
          </a:prstGeom>
          <a:solidFill>
            <a:srgbClr val="2F0E3C"/>
          </a:solid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r>
              <a:rPr lang="en-IN" sz="1633" b="0" i="0" u="none" strike="noStrike" cap="none" dirty="0">
                <a:solidFill>
                  <a:srgbClr val="000000"/>
                </a:solidFill>
                <a:latin typeface="Arial"/>
                <a:ea typeface="Arial"/>
                <a:cs typeface="Arial"/>
                <a:sym typeface="Arial"/>
              </a:rPr>
              <a:t>https://drive.google.com/file/d/1GnEbhnOIHNSbtYQ1bl2p8mhw-exe3vPY/view?usp=sharing</a:t>
            </a:r>
            <a:endParaRPr sz="1633" b="0" i="0" u="none" strike="noStrike" cap="none" dirty="0">
              <a:solidFill>
                <a:srgbClr val="000000"/>
              </a:solidFill>
              <a:latin typeface="Arial"/>
              <a:ea typeface="Arial"/>
              <a:cs typeface="Arial"/>
              <a:sym typeface="Arial"/>
            </a:endParaRPr>
          </a:p>
        </p:txBody>
      </p:sp>
      <p:sp>
        <p:nvSpPr>
          <p:cNvPr id="206" name="Google Shape;206;p8"/>
          <p:cNvSpPr/>
          <p:nvPr/>
        </p:nvSpPr>
        <p:spPr>
          <a:xfrm>
            <a:off x="2078675" y="1093509"/>
            <a:ext cx="8034900" cy="1036949"/>
          </a:xfrm>
          <a:prstGeom prst="rect">
            <a:avLst/>
          </a:prstGeom>
          <a:noFill/>
          <a:ln>
            <a:noFill/>
          </a:ln>
        </p:spPr>
        <p:txBody>
          <a:bodyPr spcFirstLastPara="1" wrap="square" lIns="81625" tIns="40800" rIns="81625" bIns="40800" anchor="t" anchorCtr="0">
            <a:noAutofit/>
          </a:bodyPr>
          <a:lstStyle/>
          <a:p>
            <a:pPr marL="0" marR="0" lvl="0" indent="0" algn="l" rtl="0">
              <a:lnSpc>
                <a:spcPct val="42000"/>
              </a:lnSpc>
              <a:spcBef>
                <a:spcPts val="0"/>
              </a:spcBef>
              <a:spcAft>
                <a:spcPts val="0"/>
              </a:spcAft>
              <a:buClr>
                <a:srgbClr val="000000"/>
              </a:buClr>
              <a:buSzPts val="2400"/>
              <a:buFont typeface="Arial"/>
              <a:buNone/>
            </a:pPr>
            <a:r>
              <a:rPr lang="en-US" sz="2400" b="1" i="0" u="none" strike="noStrike" cap="none" dirty="0">
                <a:solidFill>
                  <a:schemeClr val="lt1"/>
                </a:solidFill>
                <a:latin typeface="Times New Roman" panose="02020603050405020304" pitchFamily="18" charset="0"/>
                <a:ea typeface="Lato"/>
                <a:cs typeface="Times New Roman" panose="02020603050405020304" pitchFamily="18" charset="0"/>
                <a:sym typeface="Lato"/>
              </a:rPr>
              <a:t>Demonstration Video showing the </a:t>
            </a:r>
            <a:endParaRPr sz="2400" b="1" i="0" u="none" strike="noStrike" cap="none" dirty="0">
              <a:solidFill>
                <a:schemeClr val="lt1"/>
              </a:solidFill>
              <a:latin typeface="Times New Roman" panose="02020603050405020304" pitchFamily="18" charset="0"/>
              <a:ea typeface="Lato"/>
              <a:cs typeface="Times New Roman" panose="02020603050405020304" pitchFamily="18" charset="0"/>
              <a:sym typeface="Lato"/>
            </a:endParaRPr>
          </a:p>
          <a:p>
            <a:pPr marL="0" marR="0" lvl="0" indent="0" algn="l" rtl="0">
              <a:lnSpc>
                <a:spcPct val="42000"/>
              </a:lnSpc>
              <a:spcBef>
                <a:spcPts val="0"/>
              </a:spcBef>
              <a:spcAft>
                <a:spcPts val="0"/>
              </a:spcAft>
              <a:buClr>
                <a:srgbClr val="000000"/>
              </a:buClr>
              <a:buSzPts val="2400"/>
              <a:buFont typeface="Arial"/>
              <a:buNone/>
            </a:pPr>
            <a:endParaRPr sz="2400" b="1" i="0" u="none" strike="noStrike" cap="none" dirty="0">
              <a:solidFill>
                <a:schemeClr val="lt1"/>
              </a:solidFill>
              <a:latin typeface="Times New Roman" panose="02020603050405020304" pitchFamily="18" charset="0"/>
              <a:ea typeface="Lato"/>
              <a:cs typeface="Times New Roman" panose="02020603050405020304" pitchFamily="18" charset="0"/>
              <a:sym typeface="Lato"/>
            </a:endParaRPr>
          </a:p>
          <a:p>
            <a:pPr marL="0" marR="0" lvl="0" indent="0" algn="l" rtl="0">
              <a:lnSpc>
                <a:spcPct val="42000"/>
              </a:lnSpc>
              <a:spcBef>
                <a:spcPts val="0"/>
              </a:spcBef>
              <a:spcAft>
                <a:spcPts val="0"/>
              </a:spcAft>
              <a:buClr>
                <a:srgbClr val="000000"/>
              </a:buClr>
              <a:buSzPts val="2400"/>
              <a:buFont typeface="Arial"/>
              <a:buNone/>
            </a:pPr>
            <a:r>
              <a:rPr lang="en-US" sz="2400" b="1" i="0" u="none" strike="noStrike" cap="none" dirty="0">
                <a:solidFill>
                  <a:schemeClr val="lt1"/>
                </a:solidFill>
                <a:latin typeface="Times New Roman" panose="02020603050405020304" pitchFamily="18" charset="0"/>
                <a:ea typeface="Lato"/>
                <a:cs typeface="Times New Roman" panose="02020603050405020304" pitchFamily="18" charset="0"/>
                <a:sym typeface="Lato"/>
              </a:rPr>
              <a:t>functionalities/working of the solution.</a:t>
            </a:r>
            <a:endParaRPr sz="1400" b="0" i="0" u="none" strike="noStrike" cap="none" dirty="0">
              <a:solidFill>
                <a:schemeClr val="lt1"/>
              </a:solidFill>
              <a:latin typeface="Times New Roman" panose="02020603050405020304" pitchFamily="18" charset="0"/>
              <a:cs typeface="Times New Roman" panose="02020603050405020304" pitchFamily="18" charset="0"/>
              <a:sym typeface="Arial"/>
            </a:endParaRPr>
          </a:p>
          <a:p>
            <a:pPr marL="0" marR="0" lvl="0" indent="0" algn="ctr" rtl="0">
              <a:lnSpc>
                <a:spcPct val="42000"/>
              </a:lnSpc>
              <a:spcBef>
                <a:spcPts val="0"/>
              </a:spcBef>
              <a:spcAft>
                <a:spcPts val="0"/>
              </a:spcAft>
              <a:buClr>
                <a:srgbClr val="000000"/>
              </a:buClr>
              <a:buSzPts val="1633"/>
              <a:buFont typeface="Arial"/>
              <a:buNone/>
            </a:pPr>
            <a:endParaRPr sz="1633"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54000"/>
              </a:lnSpc>
              <a:spcBef>
                <a:spcPts val="0"/>
              </a:spcBef>
              <a:spcAft>
                <a:spcPts val="0"/>
              </a:spcAft>
              <a:buClr>
                <a:srgbClr val="000000"/>
              </a:buClr>
              <a:buSzPts val="1633"/>
              <a:buFont typeface="Arial"/>
              <a:buNone/>
            </a:pPr>
            <a:endParaRPr sz="1633"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pic>
        <p:nvPicPr>
          <p:cNvPr id="207" name="Google Shape;207;p8"/>
          <p:cNvPicPr preferRelativeResize="0"/>
          <p:nvPr/>
        </p:nvPicPr>
        <p:blipFill rotWithShape="1">
          <a:blip r:embed="rId3">
            <a:alphaModFix/>
          </a:blip>
          <a:srcRect/>
          <a:stretch/>
        </p:blipFill>
        <p:spPr>
          <a:xfrm>
            <a:off x="5050643" y="6152870"/>
            <a:ext cx="1826269" cy="441544"/>
          </a:xfrm>
          <a:prstGeom prst="rect">
            <a:avLst/>
          </a:prstGeom>
          <a:noFill/>
          <a:ln>
            <a:noFill/>
          </a:ln>
        </p:spPr>
      </p:pic>
      <p:sp>
        <p:nvSpPr>
          <p:cNvPr id="4" name="TextBox 3">
            <a:extLst>
              <a:ext uri="{FF2B5EF4-FFF2-40B4-BE49-F238E27FC236}">
                <a16:creationId xmlns:a16="http://schemas.microsoft.com/office/drawing/2014/main" id="{E071E4FA-C2AF-55F0-1817-F5A9D0268912}"/>
              </a:ext>
            </a:extLst>
          </p:cNvPr>
          <p:cNvSpPr txBox="1"/>
          <p:nvPr/>
        </p:nvSpPr>
        <p:spPr>
          <a:xfrm>
            <a:off x="2865748" y="2516957"/>
            <a:ext cx="5712644" cy="120032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hlinkClick r:id="rId4"/>
              </a:rPr>
              <a:t>https://drive.google.com/file/d/1GnEbhnOIHNSbtYQ1bl2p8mhw-exe3vPY/view?usp=sharing</a:t>
            </a:r>
            <a:r>
              <a:rPr lang="en-IN"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9"/>
          <p:cNvSpPr/>
          <p:nvPr/>
        </p:nvSpPr>
        <p:spPr>
          <a:xfrm>
            <a:off x="2111048" y="690877"/>
            <a:ext cx="8289719" cy="4501654"/>
          </a:xfrm>
          <a:prstGeom prst="rect">
            <a:avLst/>
          </a:prstGeom>
          <a:solidFill>
            <a:srgbClr val="2F0E3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13" name="Google Shape;213;p9"/>
          <p:cNvSpPr/>
          <p:nvPr/>
        </p:nvSpPr>
        <p:spPr>
          <a:xfrm>
            <a:off x="2111048" y="819403"/>
            <a:ext cx="7045428" cy="1069894"/>
          </a:xfrm>
          <a:prstGeom prst="rect">
            <a:avLst/>
          </a:prstGeom>
          <a:noFill/>
          <a:ln>
            <a:noFill/>
          </a:ln>
        </p:spPr>
        <p:txBody>
          <a:bodyPr spcFirstLastPara="1" wrap="square" lIns="81625" tIns="40800" rIns="81625" bIns="40800" anchor="t" anchorCtr="0">
            <a:noAutofit/>
          </a:bodyPr>
          <a:lstStyle/>
          <a:p>
            <a:pPr marL="0" marR="0" lvl="0" indent="0" algn="l" rtl="0">
              <a:lnSpc>
                <a:spcPct val="100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a:p>
            <a:pPr marL="0" marR="0" lvl="0" indent="0" algn="ctr" rtl="0">
              <a:lnSpc>
                <a:spcPct val="42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a:p>
            <a:pPr marL="0" marR="0" lvl="0" indent="0" algn="ctr" rtl="0">
              <a:lnSpc>
                <a:spcPct val="54000"/>
              </a:lnSpc>
              <a:spcBef>
                <a:spcPts val="0"/>
              </a:spcBef>
              <a:spcAft>
                <a:spcPts val="0"/>
              </a:spcAft>
              <a:buClr>
                <a:srgbClr val="000000"/>
              </a:buClr>
              <a:buSzPts val="1633"/>
              <a:buFont typeface="Arial"/>
              <a:buNone/>
            </a:pPr>
            <a:endParaRPr sz="1633" b="0" i="0" u="none" strike="noStrike" cap="none">
              <a:solidFill>
                <a:srgbClr val="000000"/>
              </a:solidFill>
              <a:latin typeface="Arial"/>
              <a:ea typeface="Arial"/>
              <a:cs typeface="Arial"/>
              <a:sym typeface="Arial"/>
            </a:endParaRPr>
          </a:p>
        </p:txBody>
      </p:sp>
      <p:pic>
        <p:nvPicPr>
          <p:cNvPr id="214" name="Google Shape;214;p9"/>
          <p:cNvPicPr preferRelativeResize="0"/>
          <p:nvPr/>
        </p:nvPicPr>
        <p:blipFill rotWithShape="1">
          <a:blip r:embed="rId3">
            <a:alphaModFix/>
          </a:blip>
          <a:srcRect/>
          <a:stretch/>
        </p:blipFill>
        <p:spPr>
          <a:xfrm>
            <a:off x="2325897" y="2022565"/>
            <a:ext cx="7540205" cy="1595559"/>
          </a:xfrm>
          <a:prstGeom prst="rect">
            <a:avLst/>
          </a:prstGeom>
          <a:noFill/>
          <a:ln>
            <a:noFill/>
          </a:ln>
        </p:spPr>
      </p:pic>
      <p:pic>
        <p:nvPicPr>
          <p:cNvPr id="215" name="Google Shape;215;p9"/>
          <p:cNvPicPr preferRelativeResize="0"/>
          <p:nvPr/>
        </p:nvPicPr>
        <p:blipFill rotWithShape="1">
          <a:blip r:embed="rId4">
            <a:alphaModFix/>
          </a:blip>
          <a:srcRect/>
          <a:stretch/>
        </p:blipFill>
        <p:spPr>
          <a:xfrm>
            <a:off x="5050643" y="6152870"/>
            <a:ext cx="1826266" cy="441544"/>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343</Words>
  <Application>Microsoft Office PowerPoint</Application>
  <PresentationFormat>Widescreen</PresentationFormat>
  <Paragraphs>41</Paragraphs>
  <Slides>7</Slides>
  <Notes>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vt:i4>
      </vt:variant>
    </vt:vector>
  </HeadingPairs>
  <TitlesOfParts>
    <vt:vector size="14" baseType="lpstr">
      <vt:lpstr>Noto Sans Symbols</vt:lpstr>
      <vt:lpstr>Calibri</vt:lpstr>
      <vt:lpstr>Times New Roman</vt:lpstr>
      <vt:lpstr>Wingdings</vt:lpstr>
      <vt:lpstr>Arial</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Mohor Basu</dc:creator>
  <cp:lastModifiedBy>ROSHINI R S</cp:lastModifiedBy>
  <cp:revision>4</cp:revision>
  <dcterms:modified xsi:type="dcterms:W3CDTF">2022-05-19T13:09:42Z</dcterms:modified>
</cp:coreProperties>
</file>